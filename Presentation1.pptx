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CE80"/>
    <a:srgbClr val="0058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480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5BB11-1D14-4B93-9D77-1EB72891E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658D6-B52E-4331-A74C-0CCBCC10B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BD9AE-FA63-4D81-91B8-2869266F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010F5-4BCC-4CC3-898E-EAC05AC1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88881-F921-4321-9595-9A7971B2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6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896ED-9D3A-4805-A2DF-06557F67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4783B-A565-4ECE-9CC8-CB85C27AA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3B18B-806A-43A9-B113-A412A295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65A09-6A74-41DD-8FC9-8DCDB7946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A36DC-CBCB-4567-B0BF-06D62337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77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F09F-E16F-439B-88D4-A306241E5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2355D-E849-4715-AD1D-6AD57F7CA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3F86A-7777-4384-9E88-22C801A1C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CA4D6-DD5B-4B68-B1BF-6B03F5382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2436A-935B-49AE-A620-719BEBEFB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9191B-0054-4264-B426-F1AF26DC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C01D2-1634-4E05-827C-C0E84C942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1AC2-7BAE-4D00-B1E7-40592A0B3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EDAFA-FCBC-4428-8B06-50A34F3A9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0CF48-B610-41F8-A7DF-6E383A37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1BE0F-1CEB-41D6-9095-4BAAE736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7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9BDC-4289-420D-9FBD-81ACC6BF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BCDF3-9010-40F5-8C33-6A586C193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178C0-2456-4FF6-BEB8-E8926C7DA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70633-C228-48DD-88FF-9656CC2B5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8A990-49BE-4D2A-9A15-448E7A4226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57A88-A888-476B-BA55-8E1E6F239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1C7672-1492-4AC2-BC8B-79964658A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A1B90-3F99-49D3-9C7C-4812C5893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4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D37CB-F911-4E18-AF79-3461EB8E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5C6448-E063-4A2C-8840-02CFC1C1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C4123-D0F0-424C-B3BC-BEB5EA20B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83D7F-705E-49A5-A3FD-30060C3C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294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A4363-9D52-4F48-93EB-3A7C4F1F4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98FE5-BD93-4DEB-B995-080E4E9FE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011D2-D8EF-4CBC-A549-3CCCAA02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7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E3B83-38A9-49A3-B3D9-D2AD7CB0E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3DF1-1004-4317-9548-C980AA92D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24E46-C4E5-4787-88F9-831862B94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5E9830-FFA6-4F39-A742-AEA17E63F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3FD84-8010-4382-A744-BEBD009B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69E2F-F94F-423F-8BCB-9054DDFB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01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1FD54-42FB-4EC9-9B91-262880FBE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743B0-984A-4DE6-A861-61325CD2A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70CE5-DA77-4DD3-BCBE-2E03B53A0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E09F4-7207-4843-ABCD-422443B2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39F04-D7E3-484A-A92A-B00A8DFE7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46D65-087D-49CF-9E42-500480B8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15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81CE-E4BD-46E4-B6F8-ABB81C6F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62149-4187-4C0F-8FB4-73069998F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6A9CF-6331-49FB-939A-8AAA7670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509B9-13BF-4D67-A71D-94429246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15FB2-1378-4393-9295-DACF7DC74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9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F8B4B-35D2-46EF-AECA-55554D3D4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776E0-0339-444F-9C4F-6465983B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C0BF8-0481-4F0B-8E28-63D44A864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3EB99-B8AC-48E7-877E-B021A6EF6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3B29A-EF27-46DB-AC26-AB35692F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9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241E6-5DDA-4078-8C97-61EE7C25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12801-F075-474B-83E6-069BCFA32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067AD-46A7-4C80-8545-8167AE2AA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19A82-5796-4D77-88FA-44D5411ACB43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B87D6-7BBD-4ADF-A573-27141CFF2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4BEF6-4036-4F07-AA55-7DB28D7D6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4B2FE-25E2-475E-A637-3492DFE05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Explosion: 8 Points 1061">
            <a:extLst>
              <a:ext uri="{FF2B5EF4-FFF2-40B4-BE49-F238E27FC236}">
                <a16:creationId xmlns:a16="http://schemas.microsoft.com/office/drawing/2014/main" id="{D70EA9D4-CF6A-471B-9D56-62C1F24FF9C5}"/>
              </a:ext>
            </a:extLst>
          </p:cNvPr>
          <p:cNvSpPr/>
          <p:nvPr/>
        </p:nvSpPr>
        <p:spPr>
          <a:xfrm>
            <a:off x="1343050" y="1312340"/>
            <a:ext cx="3390378" cy="2960915"/>
          </a:xfrm>
          <a:prstGeom prst="irregularSeal1">
            <a:avLst/>
          </a:prstGeom>
          <a:noFill/>
          <a:ln>
            <a:solidFill>
              <a:srgbClr val="9FC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Explosion: 8 Points 114">
            <a:extLst>
              <a:ext uri="{FF2B5EF4-FFF2-40B4-BE49-F238E27FC236}">
                <a16:creationId xmlns:a16="http://schemas.microsoft.com/office/drawing/2014/main" id="{9A406A4E-FE21-4778-9BDA-31768CC17504}"/>
              </a:ext>
            </a:extLst>
          </p:cNvPr>
          <p:cNvSpPr/>
          <p:nvPr/>
        </p:nvSpPr>
        <p:spPr>
          <a:xfrm rot="19847021">
            <a:off x="2118385" y="1817965"/>
            <a:ext cx="1839707" cy="1998362"/>
          </a:xfrm>
          <a:prstGeom prst="irregularSeal1">
            <a:avLst/>
          </a:prstGeom>
          <a:noFill/>
          <a:ln w="28575">
            <a:solidFill>
              <a:srgbClr val="9FC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E5D4290F-8CFB-49B4-BC24-0E0FE8542A9E}"/>
              </a:ext>
            </a:extLst>
          </p:cNvPr>
          <p:cNvCxnSpPr>
            <a:cxnSpLocks/>
            <a:stCxn id="127" idx="1"/>
            <a:endCxn id="22" idx="3"/>
          </p:cNvCxnSpPr>
          <p:nvPr/>
        </p:nvCxnSpPr>
        <p:spPr>
          <a:xfrm flipH="1" flipV="1">
            <a:off x="3255149" y="2702477"/>
            <a:ext cx="736742" cy="1239490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02C9A0E-0AC9-4663-A22C-DD85A7181F62}"/>
              </a:ext>
            </a:extLst>
          </p:cNvPr>
          <p:cNvCxnSpPr>
            <a:stCxn id="6" idx="4"/>
            <a:endCxn id="22" idx="0"/>
          </p:cNvCxnSpPr>
          <p:nvPr/>
        </p:nvCxnSpPr>
        <p:spPr>
          <a:xfrm>
            <a:off x="2962492" y="1999724"/>
            <a:ext cx="62968" cy="611278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2BA41F8-C107-4DA6-AB4F-9C83BF427E3A}"/>
              </a:ext>
            </a:extLst>
          </p:cNvPr>
          <p:cNvCxnSpPr>
            <a:cxnSpLocks/>
            <a:stCxn id="34" idx="3"/>
            <a:endCxn id="22" idx="3"/>
          </p:cNvCxnSpPr>
          <p:nvPr/>
        </p:nvCxnSpPr>
        <p:spPr>
          <a:xfrm flipH="1">
            <a:off x="3255149" y="1833186"/>
            <a:ext cx="390311" cy="869291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10012BC-315D-4C9E-80A5-67870EFE7837}"/>
              </a:ext>
            </a:extLst>
          </p:cNvPr>
          <p:cNvCxnSpPr>
            <a:cxnSpLocks/>
            <a:stCxn id="29" idx="5"/>
            <a:endCxn id="22" idx="1"/>
          </p:cNvCxnSpPr>
          <p:nvPr/>
        </p:nvCxnSpPr>
        <p:spPr>
          <a:xfrm>
            <a:off x="2158362" y="1695795"/>
            <a:ext cx="637409" cy="1006682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51873B-BEF9-436E-967B-051D06027B5C}"/>
              </a:ext>
            </a:extLst>
          </p:cNvPr>
          <p:cNvCxnSpPr>
            <a:cxnSpLocks/>
            <a:stCxn id="33" idx="2"/>
            <a:endCxn id="22" idx="3"/>
          </p:cNvCxnSpPr>
          <p:nvPr/>
        </p:nvCxnSpPr>
        <p:spPr>
          <a:xfrm flipH="1">
            <a:off x="3255149" y="2628014"/>
            <a:ext cx="894378" cy="74463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41C7F44-8640-4F30-9D96-A12F69BE2960}"/>
              </a:ext>
            </a:extLst>
          </p:cNvPr>
          <p:cNvCxnSpPr>
            <a:cxnSpLocks/>
            <a:stCxn id="32" idx="0"/>
            <a:endCxn id="82" idx="2"/>
          </p:cNvCxnSpPr>
          <p:nvPr/>
        </p:nvCxnSpPr>
        <p:spPr>
          <a:xfrm flipH="1" flipV="1">
            <a:off x="3025458" y="2975747"/>
            <a:ext cx="56142" cy="535265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46DB2C1-75BC-43D5-A837-77CCB0737A7C}"/>
              </a:ext>
            </a:extLst>
          </p:cNvPr>
          <p:cNvCxnSpPr>
            <a:cxnSpLocks/>
            <a:stCxn id="31" idx="0"/>
            <a:endCxn id="22" idx="2"/>
          </p:cNvCxnSpPr>
          <p:nvPr/>
        </p:nvCxnSpPr>
        <p:spPr>
          <a:xfrm flipV="1">
            <a:off x="2253520" y="2793951"/>
            <a:ext cx="771940" cy="1062818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6F9D1B9-BB5D-479F-8824-8008FB4C13F5}"/>
              </a:ext>
            </a:extLst>
          </p:cNvPr>
          <p:cNvCxnSpPr>
            <a:cxnSpLocks/>
            <a:stCxn id="30" idx="7"/>
            <a:endCxn id="22" idx="1"/>
          </p:cNvCxnSpPr>
          <p:nvPr/>
        </p:nvCxnSpPr>
        <p:spPr>
          <a:xfrm flipV="1">
            <a:off x="1948663" y="2702477"/>
            <a:ext cx="847108" cy="253654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287C9AD-0B96-4B51-8999-FB08227EFEA4}"/>
              </a:ext>
            </a:extLst>
          </p:cNvPr>
          <p:cNvSpPr/>
          <p:nvPr/>
        </p:nvSpPr>
        <p:spPr>
          <a:xfrm>
            <a:off x="5409520" y="3113246"/>
            <a:ext cx="1372960" cy="839432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Your org/site">
            <a:extLst>
              <a:ext uri="{FF2B5EF4-FFF2-40B4-BE49-F238E27FC236}">
                <a16:creationId xmlns:a16="http://schemas.microsoft.com/office/drawing/2014/main" id="{C1DA022E-D7C7-44B6-A8F7-E026F182F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420" y="1112929"/>
            <a:ext cx="3998616" cy="2213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EE1A2D-10B8-4673-95FD-FFC429030B4A}"/>
              </a:ext>
            </a:extLst>
          </p:cNvPr>
          <p:cNvSpPr/>
          <p:nvPr/>
        </p:nvSpPr>
        <p:spPr>
          <a:xfrm>
            <a:off x="5409518" y="3330349"/>
            <a:ext cx="459378" cy="20757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F5E664-774A-4BFA-9B5C-840C703BF250}"/>
              </a:ext>
            </a:extLst>
          </p:cNvPr>
          <p:cNvSpPr/>
          <p:nvPr/>
        </p:nvSpPr>
        <p:spPr>
          <a:xfrm>
            <a:off x="5409518" y="3537928"/>
            <a:ext cx="459378" cy="20757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0BA86C-7856-4817-ACE6-D792C0E517E7}"/>
              </a:ext>
            </a:extLst>
          </p:cNvPr>
          <p:cNvSpPr/>
          <p:nvPr/>
        </p:nvSpPr>
        <p:spPr>
          <a:xfrm>
            <a:off x="5863728" y="3330349"/>
            <a:ext cx="459378" cy="20757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5FB575-0F0E-467D-B783-49059592C5E1}"/>
              </a:ext>
            </a:extLst>
          </p:cNvPr>
          <p:cNvSpPr/>
          <p:nvPr/>
        </p:nvSpPr>
        <p:spPr>
          <a:xfrm>
            <a:off x="5863728" y="3538336"/>
            <a:ext cx="459378" cy="20757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20C27-00D5-4C65-9EC2-80742785CB35}"/>
              </a:ext>
            </a:extLst>
          </p:cNvPr>
          <p:cNvSpPr/>
          <p:nvPr/>
        </p:nvSpPr>
        <p:spPr>
          <a:xfrm>
            <a:off x="6323104" y="3329941"/>
            <a:ext cx="459378" cy="20757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BB3C34-315C-4CEE-A7E9-0BA2677A9D7F}"/>
              </a:ext>
            </a:extLst>
          </p:cNvPr>
          <p:cNvSpPr/>
          <p:nvPr/>
        </p:nvSpPr>
        <p:spPr>
          <a:xfrm>
            <a:off x="2795771" y="2976975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45A0E6-60D6-4CE0-BAA5-E185DE47A201}"/>
              </a:ext>
            </a:extLst>
          </p:cNvPr>
          <p:cNvSpPr/>
          <p:nvPr/>
        </p:nvSpPr>
        <p:spPr>
          <a:xfrm>
            <a:off x="5409516" y="3122158"/>
            <a:ext cx="459378" cy="20757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9B3148-938F-4A4A-8DA3-232BE9743F8B}"/>
              </a:ext>
            </a:extLst>
          </p:cNvPr>
          <p:cNvSpPr/>
          <p:nvPr/>
        </p:nvSpPr>
        <p:spPr>
          <a:xfrm>
            <a:off x="5863726" y="3122566"/>
            <a:ext cx="459378" cy="20757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C3A022-16F7-4D4B-91C6-F9148163D355}"/>
              </a:ext>
            </a:extLst>
          </p:cNvPr>
          <p:cNvSpPr/>
          <p:nvPr/>
        </p:nvSpPr>
        <p:spPr>
          <a:xfrm>
            <a:off x="6323102" y="3122158"/>
            <a:ext cx="459378" cy="20757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832CE7-AE63-4A39-AB47-C9F222F0517D}"/>
              </a:ext>
            </a:extLst>
          </p:cNvPr>
          <p:cNvSpPr/>
          <p:nvPr/>
        </p:nvSpPr>
        <p:spPr>
          <a:xfrm>
            <a:off x="5404350" y="3122158"/>
            <a:ext cx="459378" cy="20757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174D12-AA85-464C-B890-8081D2808EAD}"/>
              </a:ext>
            </a:extLst>
          </p:cNvPr>
          <p:cNvSpPr/>
          <p:nvPr/>
        </p:nvSpPr>
        <p:spPr>
          <a:xfrm>
            <a:off x="2795771" y="2611002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315573-2850-41DB-BCB0-7CEBBC9EC36E}"/>
              </a:ext>
            </a:extLst>
          </p:cNvPr>
          <p:cNvSpPr/>
          <p:nvPr/>
        </p:nvSpPr>
        <p:spPr>
          <a:xfrm>
            <a:off x="2795769" y="2427029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CF8CCC8-5DFB-46F9-9AFA-FA1569CCB61B}"/>
              </a:ext>
            </a:extLst>
          </p:cNvPr>
          <p:cNvSpPr/>
          <p:nvPr/>
        </p:nvSpPr>
        <p:spPr>
          <a:xfrm rot="21316664">
            <a:off x="2814040" y="1725870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309C21-9BBB-4057-8F36-8F945C16B4A2}"/>
              </a:ext>
            </a:extLst>
          </p:cNvPr>
          <p:cNvSpPr/>
          <p:nvPr/>
        </p:nvSpPr>
        <p:spPr>
          <a:xfrm rot="562021">
            <a:off x="1941294" y="1447156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F71665D-0FDD-42D9-AEE6-F5DE0B87351D}"/>
              </a:ext>
            </a:extLst>
          </p:cNvPr>
          <p:cNvSpPr/>
          <p:nvPr/>
        </p:nvSpPr>
        <p:spPr>
          <a:xfrm rot="1230402">
            <a:off x="1686686" y="2875836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40D96C6-7CBF-416E-B01C-470D78352AB2}"/>
              </a:ext>
            </a:extLst>
          </p:cNvPr>
          <p:cNvSpPr/>
          <p:nvPr/>
        </p:nvSpPr>
        <p:spPr>
          <a:xfrm rot="1441120">
            <a:off x="2060531" y="3844893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ACC49AC-A1AF-4DF1-BA6E-9675FCCAA48D}"/>
              </a:ext>
            </a:extLst>
          </p:cNvPr>
          <p:cNvSpPr/>
          <p:nvPr/>
        </p:nvSpPr>
        <p:spPr>
          <a:xfrm rot="21478019">
            <a:off x="2949306" y="3510926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669D4C9-CE9E-42D6-BEDD-37372C4564BA}"/>
              </a:ext>
            </a:extLst>
          </p:cNvPr>
          <p:cNvSpPr/>
          <p:nvPr/>
        </p:nvSpPr>
        <p:spPr>
          <a:xfrm rot="21146660">
            <a:off x="4148336" y="2472819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5221EEF-6DAD-439F-9959-83B6E4F5F891}"/>
              </a:ext>
            </a:extLst>
          </p:cNvPr>
          <p:cNvSpPr/>
          <p:nvPr/>
        </p:nvSpPr>
        <p:spPr>
          <a:xfrm rot="20698352">
            <a:off x="3576823" y="1577209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C7F9665-1ADB-4C5E-BB41-F2ACE9BA845F}"/>
              </a:ext>
            </a:extLst>
          </p:cNvPr>
          <p:cNvSpPr/>
          <p:nvPr/>
        </p:nvSpPr>
        <p:spPr>
          <a:xfrm>
            <a:off x="2795769" y="2792798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319DFA6-CCAF-433E-BA0E-F501E25F988E}"/>
              </a:ext>
            </a:extLst>
          </p:cNvPr>
          <p:cNvSpPr/>
          <p:nvPr/>
        </p:nvSpPr>
        <p:spPr>
          <a:xfrm>
            <a:off x="2337785" y="2976975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7A4F5CD-945F-4E1B-97A4-3B8A46CF3356}"/>
              </a:ext>
            </a:extLst>
          </p:cNvPr>
          <p:cNvSpPr/>
          <p:nvPr/>
        </p:nvSpPr>
        <p:spPr>
          <a:xfrm>
            <a:off x="2337785" y="2611002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A47E0B6-A420-4B6C-9CA5-BADBF4AC6FBB}"/>
              </a:ext>
            </a:extLst>
          </p:cNvPr>
          <p:cNvSpPr/>
          <p:nvPr/>
        </p:nvSpPr>
        <p:spPr>
          <a:xfrm>
            <a:off x="2337783" y="2427029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C0782BB-EED1-4E61-BEF1-36BA1BA20816}"/>
              </a:ext>
            </a:extLst>
          </p:cNvPr>
          <p:cNvSpPr/>
          <p:nvPr/>
        </p:nvSpPr>
        <p:spPr>
          <a:xfrm>
            <a:off x="2337783" y="2792798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FD23837-AC7D-4134-B6CB-F3E80A707D4D}"/>
              </a:ext>
            </a:extLst>
          </p:cNvPr>
          <p:cNvSpPr/>
          <p:nvPr/>
        </p:nvSpPr>
        <p:spPr>
          <a:xfrm>
            <a:off x="3254154" y="2976975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FCB79EC-48D1-4B77-8C32-BBBA5079E83D}"/>
              </a:ext>
            </a:extLst>
          </p:cNvPr>
          <p:cNvSpPr/>
          <p:nvPr/>
        </p:nvSpPr>
        <p:spPr>
          <a:xfrm>
            <a:off x="3254154" y="2611002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93154C4-EAD0-4C86-831A-6B3C0BAC9DC1}"/>
              </a:ext>
            </a:extLst>
          </p:cNvPr>
          <p:cNvSpPr/>
          <p:nvPr/>
        </p:nvSpPr>
        <p:spPr>
          <a:xfrm>
            <a:off x="3254152" y="2427029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670248C-D142-4FF0-8CB3-6D2749F7D384}"/>
              </a:ext>
            </a:extLst>
          </p:cNvPr>
          <p:cNvSpPr/>
          <p:nvPr/>
        </p:nvSpPr>
        <p:spPr>
          <a:xfrm>
            <a:off x="3254152" y="2792798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3D05248C-2526-4836-9F41-E312F9FE219B}"/>
              </a:ext>
            </a:extLst>
          </p:cNvPr>
          <p:cNvSpPr/>
          <p:nvPr/>
        </p:nvSpPr>
        <p:spPr>
          <a:xfrm rot="682342">
            <a:off x="3930689" y="3919014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43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losion: 8 Points 3">
            <a:extLst>
              <a:ext uri="{FF2B5EF4-FFF2-40B4-BE49-F238E27FC236}">
                <a16:creationId xmlns:a16="http://schemas.microsoft.com/office/drawing/2014/main" id="{96AF825F-C7B3-4CAA-868C-00A6053CDA66}"/>
              </a:ext>
            </a:extLst>
          </p:cNvPr>
          <p:cNvSpPr/>
          <p:nvPr/>
        </p:nvSpPr>
        <p:spPr>
          <a:xfrm>
            <a:off x="1343050" y="1312340"/>
            <a:ext cx="3390378" cy="2960915"/>
          </a:xfrm>
          <a:prstGeom prst="irregularSeal1">
            <a:avLst/>
          </a:prstGeom>
          <a:noFill/>
          <a:ln>
            <a:solidFill>
              <a:srgbClr val="9FC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xplosion: 8 Points 4">
            <a:extLst>
              <a:ext uri="{FF2B5EF4-FFF2-40B4-BE49-F238E27FC236}">
                <a16:creationId xmlns:a16="http://schemas.microsoft.com/office/drawing/2014/main" id="{ED507C5D-F1E9-4A57-B941-4AB09DB2A02F}"/>
              </a:ext>
            </a:extLst>
          </p:cNvPr>
          <p:cNvSpPr/>
          <p:nvPr/>
        </p:nvSpPr>
        <p:spPr>
          <a:xfrm rot="19847021">
            <a:off x="2118385" y="1817965"/>
            <a:ext cx="1839707" cy="1998362"/>
          </a:xfrm>
          <a:prstGeom prst="irregularSeal1">
            <a:avLst/>
          </a:prstGeom>
          <a:noFill/>
          <a:ln w="28575">
            <a:solidFill>
              <a:srgbClr val="9FCE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F89F0E-3352-4494-B823-55131067560D}"/>
              </a:ext>
            </a:extLst>
          </p:cNvPr>
          <p:cNvCxnSpPr>
            <a:cxnSpLocks/>
            <a:stCxn id="33" idx="1"/>
            <a:endCxn id="15" idx="3"/>
          </p:cNvCxnSpPr>
          <p:nvPr/>
        </p:nvCxnSpPr>
        <p:spPr>
          <a:xfrm flipH="1" flipV="1">
            <a:off x="3255149" y="2702477"/>
            <a:ext cx="736742" cy="1239490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B12B9F-7695-47D7-BB33-6AC9BFBD0E6C}"/>
              </a:ext>
            </a:extLst>
          </p:cNvPr>
          <p:cNvCxnSpPr>
            <a:stCxn id="17" idx="4"/>
            <a:endCxn id="15" idx="0"/>
          </p:cNvCxnSpPr>
          <p:nvPr/>
        </p:nvCxnSpPr>
        <p:spPr>
          <a:xfrm>
            <a:off x="2962492" y="1999724"/>
            <a:ext cx="62968" cy="611278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0F7449-012C-47B2-BC10-C137CF1C3716}"/>
              </a:ext>
            </a:extLst>
          </p:cNvPr>
          <p:cNvCxnSpPr>
            <a:cxnSpLocks/>
            <a:stCxn id="23" idx="3"/>
            <a:endCxn id="15" idx="3"/>
          </p:cNvCxnSpPr>
          <p:nvPr/>
        </p:nvCxnSpPr>
        <p:spPr>
          <a:xfrm flipH="1">
            <a:off x="3255149" y="1833186"/>
            <a:ext cx="390311" cy="869291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8BF987E-F836-4471-989F-6729907B40EB}"/>
              </a:ext>
            </a:extLst>
          </p:cNvPr>
          <p:cNvCxnSpPr>
            <a:cxnSpLocks/>
            <a:stCxn id="18" idx="5"/>
            <a:endCxn id="15" idx="1"/>
          </p:cNvCxnSpPr>
          <p:nvPr/>
        </p:nvCxnSpPr>
        <p:spPr>
          <a:xfrm>
            <a:off x="2158362" y="1695795"/>
            <a:ext cx="637409" cy="1006682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28A072-2C09-44C6-8C13-C46F56D62213}"/>
              </a:ext>
            </a:extLst>
          </p:cNvPr>
          <p:cNvCxnSpPr>
            <a:cxnSpLocks/>
            <a:stCxn id="22" idx="2"/>
            <a:endCxn id="15" idx="3"/>
          </p:cNvCxnSpPr>
          <p:nvPr/>
        </p:nvCxnSpPr>
        <p:spPr>
          <a:xfrm flipH="1">
            <a:off x="3255149" y="2628014"/>
            <a:ext cx="894378" cy="74463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253ABB-D3B9-48B7-A35E-4056AE4E5392}"/>
              </a:ext>
            </a:extLst>
          </p:cNvPr>
          <p:cNvCxnSpPr>
            <a:cxnSpLocks/>
            <a:stCxn id="21" idx="0"/>
            <a:endCxn id="24" idx="2"/>
          </p:cNvCxnSpPr>
          <p:nvPr/>
        </p:nvCxnSpPr>
        <p:spPr>
          <a:xfrm flipH="1" flipV="1">
            <a:off x="3025458" y="2975747"/>
            <a:ext cx="56142" cy="535265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CA946C-4168-4256-844B-DBFECA7B76D1}"/>
              </a:ext>
            </a:extLst>
          </p:cNvPr>
          <p:cNvCxnSpPr>
            <a:cxnSpLocks/>
            <a:stCxn id="20" idx="0"/>
            <a:endCxn id="15" idx="2"/>
          </p:cNvCxnSpPr>
          <p:nvPr/>
        </p:nvCxnSpPr>
        <p:spPr>
          <a:xfrm flipV="1">
            <a:off x="2253520" y="2793951"/>
            <a:ext cx="771940" cy="1062818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DFAF07-76B2-40AE-8FC9-B87F268D2D24}"/>
              </a:ext>
            </a:extLst>
          </p:cNvPr>
          <p:cNvCxnSpPr>
            <a:cxnSpLocks/>
            <a:stCxn id="19" idx="7"/>
            <a:endCxn id="15" idx="1"/>
          </p:cNvCxnSpPr>
          <p:nvPr/>
        </p:nvCxnSpPr>
        <p:spPr>
          <a:xfrm flipV="1">
            <a:off x="1948663" y="2702477"/>
            <a:ext cx="847108" cy="253654"/>
          </a:xfrm>
          <a:prstGeom prst="line">
            <a:avLst/>
          </a:prstGeom>
          <a:ln w="19050">
            <a:solidFill>
              <a:srgbClr val="0058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427B3D3-08B7-4F37-9D96-D7D799A8E649}"/>
              </a:ext>
            </a:extLst>
          </p:cNvPr>
          <p:cNvSpPr/>
          <p:nvPr/>
        </p:nvSpPr>
        <p:spPr>
          <a:xfrm>
            <a:off x="2795771" y="2976975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3944DA-CF2F-4F6C-AC35-39BF8F3312FC}"/>
              </a:ext>
            </a:extLst>
          </p:cNvPr>
          <p:cNvSpPr/>
          <p:nvPr/>
        </p:nvSpPr>
        <p:spPr>
          <a:xfrm>
            <a:off x="2795771" y="2611002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9E5180-5479-44DC-9F7A-B73BD275F681}"/>
              </a:ext>
            </a:extLst>
          </p:cNvPr>
          <p:cNvSpPr/>
          <p:nvPr/>
        </p:nvSpPr>
        <p:spPr>
          <a:xfrm>
            <a:off x="2795769" y="2427029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7373556-5CCE-408F-B963-ECB9438975F2}"/>
              </a:ext>
            </a:extLst>
          </p:cNvPr>
          <p:cNvSpPr/>
          <p:nvPr/>
        </p:nvSpPr>
        <p:spPr>
          <a:xfrm rot="21316664">
            <a:off x="2814040" y="1725870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3A9146-F3AF-41C4-8A21-9AF25E3C33CB}"/>
              </a:ext>
            </a:extLst>
          </p:cNvPr>
          <p:cNvSpPr/>
          <p:nvPr/>
        </p:nvSpPr>
        <p:spPr>
          <a:xfrm rot="562021">
            <a:off x="1941294" y="1447156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D047F3-F8CB-4532-B4F8-1415B9A327B1}"/>
              </a:ext>
            </a:extLst>
          </p:cNvPr>
          <p:cNvSpPr/>
          <p:nvPr/>
        </p:nvSpPr>
        <p:spPr>
          <a:xfrm rot="1230402">
            <a:off x="1686686" y="2875836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B246F53-648F-4C94-9CB8-AFE96D13EA0E}"/>
              </a:ext>
            </a:extLst>
          </p:cNvPr>
          <p:cNvSpPr/>
          <p:nvPr/>
        </p:nvSpPr>
        <p:spPr>
          <a:xfrm rot="1441120">
            <a:off x="2060531" y="3844893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2E60816-D46D-4577-A1A9-6D8568842D86}"/>
              </a:ext>
            </a:extLst>
          </p:cNvPr>
          <p:cNvSpPr/>
          <p:nvPr/>
        </p:nvSpPr>
        <p:spPr>
          <a:xfrm rot="21478019">
            <a:off x="2949306" y="3510926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AAC421-146A-48DC-B28B-8392785CCC9D}"/>
              </a:ext>
            </a:extLst>
          </p:cNvPr>
          <p:cNvSpPr/>
          <p:nvPr/>
        </p:nvSpPr>
        <p:spPr>
          <a:xfrm rot="21146660">
            <a:off x="4148336" y="2472819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1B3A951-E417-4FD9-8DBD-45A790653BAD}"/>
              </a:ext>
            </a:extLst>
          </p:cNvPr>
          <p:cNvSpPr/>
          <p:nvPr/>
        </p:nvSpPr>
        <p:spPr>
          <a:xfrm rot="20698352">
            <a:off x="3576823" y="1577209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1FE56A-19B8-4AD1-A65D-3DD3CD599F28}"/>
              </a:ext>
            </a:extLst>
          </p:cNvPr>
          <p:cNvSpPr/>
          <p:nvPr/>
        </p:nvSpPr>
        <p:spPr>
          <a:xfrm>
            <a:off x="2795769" y="2792798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464FC5-FDCA-46CD-BAE5-77AC1E09F099}"/>
              </a:ext>
            </a:extLst>
          </p:cNvPr>
          <p:cNvSpPr/>
          <p:nvPr/>
        </p:nvSpPr>
        <p:spPr>
          <a:xfrm>
            <a:off x="2337785" y="2976975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F7ED6C-F5B2-473D-847C-9470C7248C83}"/>
              </a:ext>
            </a:extLst>
          </p:cNvPr>
          <p:cNvSpPr/>
          <p:nvPr/>
        </p:nvSpPr>
        <p:spPr>
          <a:xfrm>
            <a:off x="2337785" y="2611002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B57227-1CA1-4121-AB66-82F05A60A69D}"/>
              </a:ext>
            </a:extLst>
          </p:cNvPr>
          <p:cNvSpPr/>
          <p:nvPr/>
        </p:nvSpPr>
        <p:spPr>
          <a:xfrm>
            <a:off x="2337783" y="2427029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B54584-BD5B-41EB-8AD2-214210F1A57C}"/>
              </a:ext>
            </a:extLst>
          </p:cNvPr>
          <p:cNvSpPr/>
          <p:nvPr/>
        </p:nvSpPr>
        <p:spPr>
          <a:xfrm>
            <a:off x="2337783" y="2792798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3FC5B3-C77C-4687-BFD4-ED6507868CDD}"/>
              </a:ext>
            </a:extLst>
          </p:cNvPr>
          <p:cNvSpPr/>
          <p:nvPr/>
        </p:nvSpPr>
        <p:spPr>
          <a:xfrm>
            <a:off x="3254154" y="2976975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D21853-7C99-4A8C-913A-BB10D807EE7E}"/>
              </a:ext>
            </a:extLst>
          </p:cNvPr>
          <p:cNvSpPr/>
          <p:nvPr/>
        </p:nvSpPr>
        <p:spPr>
          <a:xfrm>
            <a:off x="3254154" y="2611002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E42F57-4AD6-45BD-9762-3DA112098DD9}"/>
              </a:ext>
            </a:extLst>
          </p:cNvPr>
          <p:cNvSpPr/>
          <p:nvPr/>
        </p:nvSpPr>
        <p:spPr>
          <a:xfrm>
            <a:off x="3254152" y="2427029"/>
            <a:ext cx="459378" cy="182949"/>
          </a:xfrm>
          <a:prstGeom prst="rect">
            <a:avLst/>
          </a:prstGeom>
          <a:solidFill>
            <a:srgbClr val="9FCE80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B775AD-A2DF-4E1D-8582-2B37F9866842}"/>
              </a:ext>
            </a:extLst>
          </p:cNvPr>
          <p:cNvSpPr/>
          <p:nvPr/>
        </p:nvSpPr>
        <p:spPr>
          <a:xfrm>
            <a:off x="3254152" y="2792798"/>
            <a:ext cx="459378" cy="182949"/>
          </a:xfrm>
          <a:prstGeom prst="rect">
            <a:avLst/>
          </a:prstGeom>
          <a:solidFill>
            <a:schemeClr val="bg1"/>
          </a:solidFill>
          <a:ln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94F6869-4CE6-4996-82D7-E7038D981A0D}"/>
              </a:ext>
            </a:extLst>
          </p:cNvPr>
          <p:cNvSpPr/>
          <p:nvPr/>
        </p:nvSpPr>
        <p:spPr>
          <a:xfrm rot="682342">
            <a:off x="3930689" y="3919014"/>
            <a:ext cx="274320" cy="274320"/>
          </a:xfrm>
          <a:prstGeom prst="ellipse">
            <a:avLst/>
          </a:prstGeom>
          <a:solidFill>
            <a:srgbClr val="9FCE80"/>
          </a:solidFill>
          <a:ln w="19050">
            <a:solidFill>
              <a:srgbClr val="005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14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Vajda</dc:creator>
  <cp:lastModifiedBy>Jonathan Vajda</cp:lastModifiedBy>
  <cp:revision>6</cp:revision>
  <dcterms:created xsi:type="dcterms:W3CDTF">2026-02-14T14:27:48Z</dcterms:created>
  <dcterms:modified xsi:type="dcterms:W3CDTF">2026-02-17T03:04:39Z</dcterms:modified>
</cp:coreProperties>
</file>