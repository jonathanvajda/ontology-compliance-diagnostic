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83B"/>
    <a:srgbClr val="9FCE80"/>
    <a:srgbClr val="ABC8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1098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323D6-3D44-4389-92FF-665581B5B4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1BCBD2-D0BA-4D9A-9B6A-8E4EEDFA79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80D50-C07A-4B15-9C94-27230DF06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B07CB-3AED-4E40-93D2-7794D39F2DEF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B8A90-3BD0-44BB-9C90-A41B92AE9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08970E-10AB-4986-9AD6-FF9E7201A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5007-0CBB-49B3-8BC9-BFA7751ECD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948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FAAB7-403C-459E-9586-4B11B0E10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DD733-F41F-4367-8147-BA0DA5BCB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428F2-2F15-434F-AA9E-302FD00CF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B07CB-3AED-4E40-93D2-7794D39F2DEF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AADDF0-C52B-401D-80F6-C0689A877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952DB-5455-44DC-BBD3-38C82D2C6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5007-0CBB-49B3-8BC9-BFA7751ECD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008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D365F-763A-4257-844C-F940C0B93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E8262B-5352-407A-A483-72BEAB002F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A94C2-7139-4154-B77D-D2E3E9EAE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B07CB-3AED-4E40-93D2-7794D39F2DEF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3C9E3-8F75-4A9F-AD54-6025E4826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C629F-D4AE-4A13-A4BF-59C1C38BD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5007-0CBB-49B3-8BC9-BFA7751ECD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438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A09F6-4494-4BD0-91ED-2957BCE15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78AE9-0D12-440C-AF15-66FF738481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B8F7B8-45C6-4305-B37B-14D8A01FB1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DB2FAE-3322-4897-A8E3-DE5766D17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B07CB-3AED-4E40-93D2-7794D39F2DEF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FFBD96-02A0-4F69-9C72-B2B7B360A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84AF9-83D0-47AF-81E7-8048A55E2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5007-0CBB-49B3-8BC9-BFA7751ECD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488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2D7F9-3CB3-4365-A73B-C348A4CFF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85232F-3532-4924-8DEE-16F858576E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8B2DEA-1BB0-4544-A4CA-9DA94F4BAC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4899B1-D05D-4A2A-A425-84A228DC23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A1E069-DAD0-47D6-9345-20CFF8B0FB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A44175-3B36-484F-B269-2042DF41F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B07CB-3AED-4E40-93D2-7794D39F2DEF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CA658A-A772-43BF-A054-A0AC18053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A2547E-BCBB-4C4A-B502-78C75A29E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5007-0CBB-49B3-8BC9-BFA7751ECD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275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D3995-18E2-4631-BD2F-C8F52CB10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94C2D9-097B-4B98-9F41-D07E15851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B07CB-3AED-4E40-93D2-7794D39F2DEF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F15364-18B6-48B0-8D24-BBE156BA7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A996DB-B00B-4FCE-8A9B-80A1E6A1A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5007-0CBB-49B3-8BC9-BFA7751ECD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719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10307D-EAB1-47A5-AA1E-1EED258B9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B07CB-3AED-4E40-93D2-7794D39F2DEF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D47734-4DD9-4D33-89ED-2EA87B4CE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4C4424-D14D-4260-869F-8D77FBC6B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5007-0CBB-49B3-8BC9-BFA7751ECD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507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09D42-094A-40CC-A49F-93E9FAD43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DAEA1-5C37-4BAD-986B-B3E720845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D41813-7BBA-442B-B59E-62DE73D7D5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564BC5-14C0-4E35-B1BE-056546BFA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B07CB-3AED-4E40-93D2-7794D39F2DEF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75E17E-F274-4BD4-8384-EA2C05830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8F13D3-C7A9-4E6E-AEB1-CCDC48701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5007-0CBB-49B3-8BC9-BFA7751ECD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775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5998F-3096-4341-8B57-70D07ED92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2A6DAA-C955-4A53-BDF0-560727F9F3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02C090-93BF-4E63-8365-3489F8B94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69C2FB-1996-44BC-8499-3FBA91704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B07CB-3AED-4E40-93D2-7794D39F2DEF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40070C-9048-4BBC-B3CE-C43778661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A08553-C50A-4275-BBFC-6CB9653D1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5007-0CBB-49B3-8BC9-BFA7751ECD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597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A2840-1770-4141-9CE6-29A1FBE55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A0A84E-4764-4B72-AD65-9CBDA834C7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2B9C0-BF1F-44B8-A1A2-08FC2DD40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B07CB-3AED-4E40-93D2-7794D39F2DEF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71E75-EB76-497E-B637-4761B401C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ECDF9-3C9F-4157-81BD-509DFD702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5007-0CBB-49B3-8BC9-BFA7751ECD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119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D0DE19-84A2-4E00-83EC-C7D3C55061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D62D2-670E-4E64-8BC3-20A696CBF8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C59B3-885F-4EB5-BAAE-BD4F3836F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B07CB-3AED-4E40-93D2-7794D39F2DEF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0B3233-F69A-4147-8929-0D3EB03B1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1CBFB-E7FE-44A1-9C4A-9D7B66B3D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5007-0CBB-49B3-8BC9-BFA7751ECD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461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D6CEB6-A559-4317-A540-0203D1CC4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18A769-288A-4CFD-AF36-C7263CC0A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857A5-FC78-4FAE-8447-B6CF7640F4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0B07CB-3AED-4E40-93D2-7794D39F2DEF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976CC-1555-4DE1-BD0B-A0ACCA62B4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FDA2C-54FF-4770-9340-04BB44CE6B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275007-0CBB-49B3-8BC9-BFA7751ECD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852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xplosion: 8 Points 3">
            <a:extLst>
              <a:ext uri="{FF2B5EF4-FFF2-40B4-BE49-F238E27FC236}">
                <a16:creationId xmlns:a16="http://schemas.microsoft.com/office/drawing/2014/main" id="{0559BBA2-C5D1-4FB8-BC23-30D796D02424}"/>
              </a:ext>
            </a:extLst>
          </p:cNvPr>
          <p:cNvSpPr/>
          <p:nvPr/>
        </p:nvSpPr>
        <p:spPr>
          <a:xfrm>
            <a:off x="1343050" y="1312340"/>
            <a:ext cx="3390378" cy="2960915"/>
          </a:xfrm>
          <a:prstGeom prst="irregularSeal1">
            <a:avLst/>
          </a:prstGeom>
          <a:noFill/>
          <a:ln>
            <a:solidFill>
              <a:srgbClr val="9FCE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Explosion: 8 Points 4">
            <a:extLst>
              <a:ext uri="{FF2B5EF4-FFF2-40B4-BE49-F238E27FC236}">
                <a16:creationId xmlns:a16="http://schemas.microsoft.com/office/drawing/2014/main" id="{1F9170BA-1914-456A-B4F2-131ACC37A0E6}"/>
              </a:ext>
            </a:extLst>
          </p:cNvPr>
          <p:cNvSpPr/>
          <p:nvPr/>
        </p:nvSpPr>
        <p:spPr>
          <a:xfrm rot="19847021">
            <a:off x="2118385" y="1817965"/>
            <a:ext cx="1839707" cy="1998362"/>
          </a:xfrm>
          <a:prstGeom prst="irregularSeal1">
            <a:avLst/>
          </a:prstGeom>
          <a:noFill/>
          <a:ln w="28575">
            <a:solidFill>
              <a:srgbClr val="9FCE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C0B51B6-11FE-41C0-8310-FD255DB799B0}"/>
              </a:ext>
            </a:extLst>
          </p:cNvPr>
          <p:cNvCxnSpPr>
            <a:cxnSpLocks/>
            <a:stCxn id="33" idx="1"/>
            <a:endCxn id="15" idx="3"/>
          </p:cNvCxnSpPr>
          <p:nvPr/>
        </p:nvCxnSpPr>
        <p:spPr>
          <a:xfrm flipH="1" flipV="1">
            <a:off x="3255149" y="2702477"/>
            <a:ext cx="736742" cy="1239490"/>
          </a:xfrm>
          <a:prstGeom prst="line">
            <a:avLst/>
          </a:prstGeom>
          <a:ln w="19050">
            <a:solidFill>
              <a:srgbClr val="0058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1182D40-A7BC-4340-B121-0B060F1254A4}"/>
              </a:ext>
            </a:extLst>
          </p:cNvPr>
          <p:cNvCxnSpPr>
            <a:stCxn id="17" idx="4"/>
            <a:endCxn id="15" idx="0"/>
          </p:cNvCxnSpPr>
          <p:nvPr/>
        </p:nvCxnSpPr>
        <p:spPr>
          <a:xfrm>
            <a:off x="2962492" y="1999724"/>
            <a:ext cx="62968" cy="611278"/>
          </a:xfrm>
          <a:prstGeom prst="line">
            <a:avLst/>
          </a:prstGeom>
          <a:ln w="19050">
            <a:solidFill>
              <a:srgbClr val="0058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7C3AA3-18F8-4EB1-ACF9-2FF29B81B7D9}"/>
              </a:ext>
            </a:extLst>
          </p:cNvPr>
          <p:cNvCxnSpPr>
            <a:cxnSpLocks/>
            <a:stCxn id="23" idx="3"/>
            <a:endCxn id="15" idx="3"/>
          </p:cNvCxnSpPr>
          <p:nvPr/>
        </p:nvCxnSpPr>
        <p:spPr>
          <a:xfrm flipH="1">
            <a:off x="3255149" y="1833186"/>
            <a:ext cx="390311" cy="869291"/>
          </a:xfrm>
          <a:prstGeom prst="line">
            <a:avLst/>
          </a:prstGeom>
          <a:ln w="19050">
            <a:solidFill>
              <a:srgbClr val="0058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4A75421-03A7-478B-AF48-541B697F428C}"/>
              </a:ext>
            </a:extLst>
          </p:cNvPr>
          <p:cNvCxnSpPr>
            <a:cxnSpLocks/>
            <a:stCxn id="18" idx="5"/>
            <a:endCxn id="15" idx="1"/>
          </p:cNvCxnSpPr>
          <p:nvPr/>
        </p:nvCxnSpPr>
        <p:spPr>
          <a:xfrm>
            <a:off x="2158362" y="1695795"/>
            <a:ext cx="637409" cy="1006682"/>
          </a:xfrm>
          <a:prstGeom prst="line">
            <a:avLst/>
          </a:prstGeom>
          <a:ln w="19050">
            <a:solidFill>
              <a:srgbClr val="0058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D0AF981-06D7-4A99-BF91-981EBCC594AD}"/>
              </a:ext>
            </a:extLst>
          </p:cNvPr>
          <p:cNvCxnSpPr>
            <a:cxnSpLocks/>
            <a:stCxn id="22" idx="2"/>
            <a:endCxn id="15" idx="3"/>
          </p:cNvCxnSpPr>
          <p:nvPr/>
        </p:nvCxnSpPr>
        <p:spPr>
          <a:xfrm flipH="1">
            <a:off x="3255149" y="2628014"/>
            <a:ext cx="894378" cy="74463"/>
          </a:xfrm>
          <a:prstGeom prst="line">
            <a:avLst/>
          </a:prstGeom>
          <a:ln w="19050">
            <a:solidFill>
              <a:srgbClr val="0058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40BF92-F8AB-46D9-B2B1-F3B0DD19FC0A}"/>
              </a:ext>
            </a:extLst>
          </p:cNvPr>
          <p:cNvCxnSpPr>
            <a:cxnSpLocks/>
            <a:stCxn id="21" idx="0"/>
            <a:endCxn id="24" idx="2"/>
          </p:cNvCxnSpPr>
          <p:nvPr/>
        </p:nvCxnSpPr>
        <p:spPr>
          <a:xfrm flipH="1" flipV="1">
            <a:off x="3025458" y="2975747"/>
            <a:ext cx="56142" cy="535265"/>
          </a:xfrm>
          <a:prstGeom prst="line">
            <a:avLst/>
          </a:prstGeom>
          <a:ln w="19050">
            <a:solidFill>
              <a:srgbClr val="0058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3518EA2-214F-47C2-814D-36AEB38E2796}"/>
              </a:ext>
            </a:extLst>
          </p:cNvPr>
          <p:cNvCxnSpPr>
            <a:cxnSpLocks/>
            <a:stCxn id="20" idx="0"/>
            <a:endCxn id="15" idx="2"/>
          </p:cNvCxnSpPr>
          <p:nvPr/>
        </p:nvCxnSpPr>
        <p:spPr>
          <a:xfrm flipV="1">
            <a:off x="2253520" y="2793951"/>
            <a:ext cx="771940" cy="1062818"/>
          </a:xfrm>
          <a:prstGeom prst="line">
            <a:avLst/>
          </a:prstGeom>
          <a:ln w="19050">
            <a:solidFill>
              <a:srgbClr val="0058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3233948-AE45-4A5C-8392-FA059D51DA89}"/>
              </a:ext>
            </a:extLst>
          </p:cNvPr>
          <p:cNvCxnSpPr>
            <a:cxnSpLocks/>
            <a:stCxn id="19" idx="7"/>
            <a:endCxn id="15" idx="1"/>
          </p:cNvCxnSpPr>
          <p:nvPr/>
        </p:nvCxnSpPr>
        <p:spPr>
          <a:xfrm flipV="1">
            <a:off x="1948663" y="2702477"/>
            <a:ext cx="847108" cy="253654"/>
          </a:xfrm>
          <a:prstGeom prst="line">
            <a:avLst/>
          </a:prstGeom>
          <a:ln w="19050">
            <a:solidFill>
              <a:srgbClr val="0058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9539FE0B-ADDD-4481-8874-4A463D398C25}"/>
              </a:ext>
            </a:extLst>
          </p:cNvPr>
          <p:cNvSpPr/>
          <p:nvPr/>
        </p:nvSpPr>
        <p:spPr>
          <a:xfrm>
            <a:off x="2795771" y="2976975"/>
            <a:ext cx="459378" cy="182949"/>
          </a:xfrm>
          <a:prstGeom prst="rect">
            <a:avLst/>
          </a:prstGeom>
          <a:solidFill>
            <a:schemeClr val="bg1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8E3B6C-70BA-4143-9265-043282E1DA24}"/>
              </a:ext>
            </a:extLst>
          </p:cNvPr>
          <p:cNvSpPr/>
          <p:nvPr/>
        </p:nvSpPr>
        <p:spPr>
          <a:xfrm>
            <a:off x="2795771" y="2611002"/>
            <a:ext cx="459378" cy="182949"/>
          </a:xfrm>
          <a:prstGeom prst="rect">
            <a:avLst/>
          </a:prstGeom>
          <a:solidFill>
            <a:schemeClr val="bg1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B0D48C-08B2-42C0-A547-0DEB8C81AEB1}"/>
              </a:ext>
            </a:extLst>
          </p:cNvPr>
          <p:cNvSpPr/>
          <p:nvPr/>
        </p:nvSpPr>
        <p:spPr>
          <a:xfrm>
            <a:off x="2795769" y="2427029"/>
            <a:ext cx="459378" cy="182949"/>
          </a:xfrm>
          <a:prstGeom prst="rect">
            <a:avLst/>
          </a:prstGeom>
          <a:solidFill>
            <a:srgbClr val="9FCE80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DBE13F8-8FCA-4181-82BF-8A2373BAC965}"/>
              </a:ext>
            </a:extLst>
          </p:cNvPr>
          <p:cNvSpPr/>
          <p:nvPr/>
        </p:nvSpPr>
        <p:spPr>
          <a:xfrm rot="21316664">
            <a:off x="2814040" y="1725870"/>
            <a:ext cx="274320" cy="274320"/>
          </a:xfrm>
          <a:prstGeom prst="ellipse">
            <a:avLst/>
          </a:prstGeom>
          <a:solidFill>
            <a:srgbClr val="9FCE80"/>
          </a:solidFill>
          <a:ln w="19050"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215ED06-B247-486D-A2B8-371D52202BAD}"/>
              </a:ext>
            </a:extLst>
          </p:cNvPr>
          <p:cNvSpPr/>
          <p:nvPr/>
        </p:nvSpPr>
        <p:spPr>
          <a:xfrm rot="562021">
            <a:off x="1941294" y="1447156"/>
            <a:ext cx="274320" cy="274320"/>
          </a:xfrm>
          <a:prstGeom prst="ellipse">
            <a:avLst/>
          </a:prstGeom>
          <a:solidFill>
            <a:srgbClr val="9FCE80"/>
          </a:solidFill>
          <a:ln w="19050"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3286B70-FB6D-421B-AD5F-03CBCFCB3A93}"/>
              </a:ext>
            </a:extLst>
          </p:cNvPr>
          <p:cNvSpPr/>
          <p:nvPr/>
        </p:nvSpPr>
        <p:spPr>
          <a:xfrm rot="1230402">
            <a:off x="1686686" y="2875836"/>
            <a:ext cx="274320" cy="274320"/>
          </a:xfrm>
          <a:prstGeom prst="ellipse">
            <a:avLst/>
          </a:prstGeom>
          <a:solidFill>
            <a:srgbClr val="9FCE80"/>
          </a:solidFill>
          <a:ln w="19050"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4C72762-8610-414B-BD9E-EACF38A418B5}"/>
              </a:ext>
            </a:extLst>
          </p:cNvPr>
          <p:cNvSpPr/>
          <p:nvPr/>
        </p:nvSpPr>
        <p:spPr>
          <a:xfrm rot="1441120">
            <a:off x="2060531" y="3844893"/>
            <a:ext cx="274320" cy="274320"/>
          </a:xfrm>
          <a:prstGeom prst="ellipse">
            <a:avLst/>
          </a:prstGeom>
          <a:solidFill>
            <a:srgbClr val="9FCE80"/>
          </a:solidFill>
          <a:ln w="19050"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7E4A5BF-EF20-4138-AEAD-9D1188A3BA65}"/>
              </a:ext>
            </a:extLst>
          </p:cNvPr>
          <p:cNvSpPr/>
          <p:nvPr/>
        </p:nvSpPr>
        <p:spPr>
          <a:xfrm rot="21478019">
            <a:off x="2949306" y="3510926"/>
            <a:ext cx="274320" cy="274320"/>
          </a:xfrm>
          <a:prstGeom prst="ellipse">
            <a:avLst/>
          </a:prstGeom>
          <a:solidFill>
            <a:srgbClr val="9FCE80"/>
          </a:solidFill>
          <a:ln w="19050"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1A8A99D-88B4-460E-973D-672B3BC1CC71}"/>
              </a:ext>
            </a:extLst>
          </p:cNvPr>
          <p:cNvSpPr/>
          <p:nvPr/>
        </p:nvSpPr>
        <p:spPr>
          <a:xfrm rot="21146660">
            <a:off x="4148336" y="2472819"/>
            <a:ext cx="274320" cy="274320"/>
          </a:xfrm>
          <a:prstGeom prst="ellipse">
            <a:avLst/>
          </a:prstGeom>
          <a:solidFill>
            <a:srgbClr val="9FCE80"/>
          </a:solidFill>
          <a:ln w="19050"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6F68067-EFF0-47C8-A331-36950CC2CF58}"/>
              </a:ext>
            </a:extLst>
          </p:cNvPr>
          <p:cNvSpPr/>
          <p:nvPr/>
        </p:nvSpPr>
        <p:spPr>
          <a:xfrm rot="20698352">
            <a:off x="3576823" y="1577209"/>
            <a:ext cx="274320" cy="274320"/>
          </a:xfrm>
          <a:prstGeom prst="ellipse">
            <a:avLst/>
          </a:prstGeom>
          <a:solidFill>
            <a:srgbClr val="9FCE80"/>
          </a:solidFill>
          <a:ln w="19050"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063D2CD-786B-407B-B42B-C769FA22F7B5}"/>
              </a:ext>
            </a:extLst>
          </p:cNvPr>
          <p:cNvSpPr/>
          <p:nvPr/>
        </p:nvSpPr>
        <p:spPr>
          <a:xfrm>
            <a:off x="2795769" y="2792798"/>
            <a:ext cx="459378" cy="182949"/>
          </a:xfrm>
          <a:prstGeom prst="rect">
            <a:avLst/>
          </a:prstGeom>
          <a:solidFill>
            <a:schemeClr val="bg1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E1C0A3C-7A45-4335-A5C4-E92B3651F7BD}"/>
              </a:ext>
            </a:extLst>
          </p:cNvPr>
          <p:cNvSpPr/>
          <p:nvPr/>
        </p:nvSpPr>
        <p:spPr>
          <a:xfrm>
            <a:off x="2337785" y="2976975"/>
            <a:ext cx="459378" cy="182949"/>
          </a:xfrm>
          <a:prstGeom prst="rect">
            <a:avLst/>
          </a:prstGeom>
          <a:solidFill>
            <a:schemeClr val="bg1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BC263BF-42AF-49D2-A9C1-C94ED6B1718B}"/>
              </a:ext>
            </a:extLst>
          </p:cNvPr>
          <p:cNvSpPr/>
          <p:nvPr/>
        </p:nvSpPr>
        <p:spPr>
          <a:xfrm>
            <a:off x="2337785" y="2611002"/>
            <a:ext cx="459378" cy="182949"/>
          </a:xfrm>
          <a:prstGeom prst="rect">
            <a:avLst/>
          </a:prstGeom>
          <a:solidFill>
            <a:schemeClr val="bg1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F1FC631-C634-4474-A267-E0EC5B703CD4}"/>
              </a:ext>
            </a:extLst>
          </p:cNvPr>
          <p:cNvSpPr/>
          <p:nvPr/>
        </p:nvSpPr>
        <p:spPr>
          <a:xfrm>
            <a:off x="2337783" y="2427029"/>
            <a:ext cx="459378" cy="182949"/>
          </a:xfrm>
          <a:prstGeom prst="rect">
            <a:avLst/>
          </a:prstGeom>
          <a:solidFill>
            <a:srgbClr val="9FCE80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C116C4-D30F-415C-9BB7-07961E7C0B33}"/>
              </a:ext>
            </a:extLst>
          </p:cNvPr>
          <p:cNvSpPr/>
          <p:nvPr/>
        </p:nvSpPr>
        <p:spPr>
          <a:xfrm>
            <a:off x="2337783" y="2792798"/>
            <a:ext cx="459378" cy="182949"/>
          </a:xfrm>
          <a:prstGeom prst="rect">
            <a:avLst/>
          </a:prstGeom>
          <a:solidFill>
            <a:schemeClr val="bg1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4798AC4-7B97-41D5-953F-DFC38053E2DC}"/>
              </a:ext>
            </a:extLst>
          </p:cNvPr>
          <p:cNvSpPr/>
          <p:nvPr/>
        </p:nvSpPr>
        <p:spPr>
          <a:xfrm>
            <a:off x="3254154" y="2976975"/>
            <a:ext cx="459378" cy="182949"/>
          </a:xfrm>
          <a:prstGeom prst="rect">
            <a:avLst/>
          </a:prstGeom>
          <a:solidFill>
            <a:schemeClr val="bg1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F6CA34F-1CD0-4F45-8C4A-D0CC22021BAB}"/>
              </a:ext>
            </a:extLst>
          </p:cNvPr>
          <p:cNvSpPr/>
          <p:nvPr/>
        </p:nvSpPr>
        <p:spPr>
          <a:xfrm>
            <a:off x="3254154" y="2611002"/>
            <a:ext cx="459378" cy="182949"/>
          </a:xfrm>
          <a:prstGeom prst="rect">
            <a:avLst/>
          </a:prstGeom>
          <a:solidFill>
            <a:schemeClr val="bg1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59B9463-D692-48DB-93E6-FDFB1443E5AD}"/>
              </a:ext>
            </a:extLst>
          </p:cNvPr>
          <p:cNvSpPr/>
          <p:nvPr/>
        </p:nvSpPr>
        <p:spPr>
          <a:xfrm>
            <a:off x="3254152" y="2427029"/>
            <a:ext cx="459378" cy="182949"/>
          </a:xfrm>
          <a:prstGeom prst="rect">
            <a:avLst/>
          </a:prstGeom>
          <a:solidFill>
            <a:srgbClr val="9FCE80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1CEE483-FBEC-4B21-8E6E-3C63C280D134}"/>
              </a:ext>
            </a:extLst>
          </p:cNvPr>
          <p:cNvSpPr/>
          <p:nvPr/>
        </p:nvSpPr>
        <p:spPr>
          <a:xfrm>
            <a:off x="3254152" y="2792798"/>
            <a:ext cx="459378" cy="182949"/>
          </a:xfrm>
          <a:prstGeom prst="rect">
            <a:avLst/>
          </a:prstGeom>
          <a:solidFill>
            <a:schemeClr val="bg1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F1F40E7-09FC-4E57-A30A-071F493EC6FE}"/>
              </a:ext>
            </a:extLst>
          </p:cNvPr>
          <p:cNvSpPr/>
          <p:nvPr/>
        </p:nvSpPr>
        <p:spPr>
          <a:xfrm rot="682342">
            <a:off x="3930689" y="3919014"/>
            <a:ext cx="274320" cy="274320"/>
          </a:xfrm>
          <a:prstGeom prst="ellipse">
            <a:avLst/>
          </a:prstGeom>
          <a:solidFill>
            <a:srgbClr val="9FCE80"/>
          </a:solidFill>
          <a:ln w="19050"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601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9" name="Straight Connector 448">
            <a:extLst>
              <a:ext uri="{FF2B5EF4-FFF2-40B4-BE49-F238E27FC236}">
                <a16:creationId xmlns:a16="http://schemas.microsoft.com/office/drawing/2014/main" id="{535A5463-F9DE-4697-A605-07890D91F884}"/>
              </a:ext>
            </a:extLst>
          </p:cNvPr>
          <p:cNvCxnSpPr>
            <a:cxnSpLocks/>
          </p:cNvCxnSpPr>
          <p:nvPr/>
        </p:nvCxnSpPr>
        <p:spPr>
          <a:xfrm>
            <a:off x="1175809" y="986882"/>
            <a:ext cx="0" cy="2286000"/>
          </a:xfrm>
          <a:prstGeom prst="line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0" name="Straight Connector 449">
            <a:extLst>
              <a:ext uri="{FF2B5EF4-FFF2-40B4-BE49-F238E27FC236}">
                <a16:creationId xmlns:a16="http://schemas.microsoft.com/office/drawing/2014/main" id="{52B51E43-3BB8-48A4-AE79-ED01D840823C}"/>
              </a:ext>
            </a:extLst>
          </p:cNvPr>
          <p:cNvCxnSpPr>
            <a:cxnSpLocks/>
          </p:cNvCxnSpPr>
          <p:nvPr/>
        </p:nvCxnSpPr>
        <p:spPr>
          <a:xfrm>
            <a:off x="1631541" y="985525"/>
            <a:ext cx="0" cy="2286000"/>
          </a:xfrm>
          <a:prstGeom prst="line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1" name="Straight Connector 450">
            <a:extLst>
              <a:ext uri="{FF2B5EF4-FFF2-40B4-BE49-F238E27FC236}">
                <a16:creationId xmlns:a16="http://schemas.microsoft.com/office/drawing/2014/main" id="{13AEDB73-640C-47F0-955F-573D46983C9A}"/>
              </a:ext>
            </a:extLst>
          </p:cNvPr>
          <p:cNvCxnSpPr>
            <a:cxnSpLocks/>
          </p:cNvCxnSpPr>
          <p:nvPr/>
        </p:nvCxnSpPr>
        <p:spPr>
          <a:xfrm>
            <a:off x="2087269" y="985525"/>
            <a:ext cx="0" cy="2286000"/>
          </a:xfrm>
          <a:prstGeom prst="line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Straight Connector 451">
            <a:extLst>
              <a:ext uri="{FF2B5EF4-FFF2-40B4-BE49-F238E27FC236}">
                <a16:creationId xmlns:a16="http://schemas.microsoft.com/office/drawing/2014/main" id="{197E02C9-F2B8-4F49-B9BC-790B771B446A}"/>
              </a:ext>
            </a:extLst>
          </p:cNvPr>
          <p:cNvCxnSpPr>
            <a:cxnSpLocks/>
          </p:cNvCxnSpPr>
          <p:nvPr/>
        </p:nvCxnSpPr>
        <p:spPr>
          <a:xfrm>
            <a:off x="2542999" y="985525"/>
            <a:ext cx="0" cy="2286000"/>
          </a:xfrm>
          <a:prstGeom prst="line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Straight Connector 452">
            <a:extLst>
              <a:ext uri="{FF2B5EF4-FFF2-40B4-BE49-F238E27FC236}">
                <a16:creationId xmlns:a16="http://schemas.microsoft.com/office/drawing/2014/main" id="{8EF7CDE0-10C9-4585-8523-6CFDC9532AD3}"/>
              </a:ext>
            </a:extLst>
          </p:cNvPr>
          <p:cNvCxnSpPr>
            <a:cxnSpLocks/>
          </p:cNvCxnSpPr>
          <p:nvPr/>
        </p:nvCxnSpPr>
        <p:spPr>
          <a:xfrm>
            <a:off x="2996473" y="985525"/>
            <a:ext cx="0" cy="2286000"/>
          </a:xfrm>
          <a:prstGeom prst="line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1182D40-A7BC-4340-B121-0B060F1254A4}"/>
              </a:ext>
            </a:extLst>
          </p:cNvPr>
          <p:cNvCxnSpPr>
            <a:cxnSpLocks/>
            <a:stCxn id="17" idx="6"/>
            <a:endCxn id="68" idx="4"/>
          </p:cNvCxnSpPr>
          <p:nvPr/>
        </p:nvCxnSpPr>
        <p:spPr>
          <a:xfrm flipV="1">
            <a:off x="1817278" y="1557401"/>
            <a:ext cx="175049" cy="135571"/>
          </a:xfrm>
          <a:prstGeom prst="line">
            <a:avLst/>
          </a:prstGeom>
          <a:ln w="19050">
            <a:solidFill>
              <a:srgbClr val="0058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7C3AA3-18F8-4EB1-ACF9-2FF29B81B7D9}"/>
              </a:ext>
            </a:extLst>
          </p:cNvPr>
          <p:cNvCxnSpPr>
            <a:cxnSpLocks/>
            <a:stCxn id="68" idx="6"/>
            <a:endCxn id="23" idx="0"/>
          </p:cNvCxnSpPr>
          <p:nvPr/>
        </p:nvCxnSpPr>
        <p:spPr>
          <a:xfrm>
            <a:off x="2185884" y="1570112"/>
            <a:ext cx="257782" cy="119435"/>
          </a:xfrm>
          <a:prstGeom prst="line">
            <a:avLst/>
          </a:prstGeom>
          <a:ln w="19050">
            <a:solidFill>
              <a:srgbClr val="0058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4A75421-03A7-478B-AF48-541B697F428C}"/>
              </a:ext>
            </a:extLst>
          </p:cNvPr>
          <p:cNvCxnSpPr>
            <a:cxnSpLocks/>
            <a:stCxn id="23" idx="4"/>
            <a:endCxn id="18" idx="2"/>
          </p:cNvCxnSpPr>
          <p:nvPr/>
        </p:nvCxnSpPr>
        <p:spPr>
          <a:xfrm>
            <a:off x="2665928" y="1850329"/>
            <a:ext cx="187175" cy="137540"/>
          </a:xfrm>
          <a:prstGeom prst="line">
            <a:avLst/>
          </a:prstGeom>
          <a:ln w="19050">
            <a:solidFill>
              <a:srgbClr val="0058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D0AF981-06D7-4A99-BF91-981EBCC594AD}"/>
              </a:ext>
            </a:extLst>
          </p:cNvPr>
          <p:cNvCxnSpPr>
            <a:cxnSpLocks/>
            <a:stCxn id="22" idx="6"/>
            <a:endCxn id="17" idx="3"/>
          </p:cNvCxnSpPr>
          <p:nvPr/>
        </p:nvCxnSpPr>
        <p:spPr>
          <a:xfrm flipV="1">
            <a:off x="1660918" y="1909856"/>
            <a:ext cx="25240" cy="113554"/>
          </a:xfrm>
          <a:prstGeom prst="line">
            <a:avLst/>
          </a:prstGeom>
          <a:ln w="19050">
            <a:solidFill>
              <a:srgbClr val="0058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40BF92-F8AB-46D9-B2B1-F3B0DD19FC0A}"/>
              </a:ext>
            </a:extLst>
          </p:cNvPr>
          <p:cNvCxnSpPr>
            <a:cxnSpLocks/>
            <a:stCxn id="21" idx="7"/>
            <a:endCxn id="17" idx="4"/>
          </p:cNvCxnSpPr>
          <p:nvPr/>
        </p:nvCxnSpPr>
        <p:spPr>
          <a:xfrm flipH="1" flipV="1">
            <a:off x="1788086" y="1884736"/>
            <a:ext cx="229859" cy="140218"/>
          </a:xfrm>
          <a:prstGeom prst="line">
            <a:avLst/>
          </a:prstGeom>
          <a:ln w="19050">
            <a:solidFill>
              <a:srgbClr val="0058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3518EA2-214F-47C2-814D-36AEB38E2796}"/>
              </a:ext>
            </a:extLst>
          </p:cNvPr>
          <p:cNvCxnSpPr>
            <a:cxnSpLocks/>
            <a:stCxn id="20" idx="0"/>
            <a:endCxn id="23" idx="3"/>
          </p:cNvCxnSpPr>
          <p:nvPr/>
        </p:nvCxnSpPr>
        <p:spPr>
          <a:xfrm flipH="1" flipV="1">
            <a:off x="2576534" y="1905365"/>
            <a:ext cx="6628" cy="119370"/>
          </a:xfrm>
          <a:prstGeom prst="line">
            <a:avLst/>
          </a:prstGeom>
          <a:ln w="19050">
            <a:solidFill>
              <a:srgbClr val="0058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3233948-AE45-4A5C-8392-FA059D51DA89}"/>
              </a:ext>
            </a:extLst>
          </p:cNvPr>
          <p:cNvCxnSpPr>
            <a:cxnSpLocks/>
            <a:stCxn id="19" idx="7"/>
            <a:endCxn id="17" idx="2"/>
          </p:cNvCxnSpPr>
          <p:nvPr/>
        </p:nvCxnSpPr>
        <p:spPr>
          <a:xfrm flipV="1">
            <a:off x="1389154" y="1855544"/>
            <a:ext cx="207168" cy="176272"/>
          </a:xfrm>
          <a:prstGeom prst="line">
            <a:avLst/>
          </a:prstGeom>
          <a:ln w="19050">
            <a:solidFill>
              <a:srgbClr val="0058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9DBE13F8-8FCA-4181-82BF-8A2373BAC965}"/>
              </a:ext>
            </a:extLst>
          </p:cNvPr>
          <p:cNvSpPr/>
          <p:nvPr/>
        </p:nvSpPr>
        <p:spPr>
          <a:xfrm rot="19419334">
            <a:off x="1569640" y="1637098"/>
            <a:ext cx="274320" cy="274320"/>
          </a:xfrm>
          <a:prstGeom prst="ellipse">
            <a:avLst/>
          </a:prstGeom>
          <a:solidFill>
            <a:srgbClr val="9FCE80"/>
          </a:solidFill>
          <a:ln w="19050"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215ED06-B247-486D-A2B8-371D52202BAD}"/>
              </a:ext>
            </a:extLst>
          </p:cNvPr>
          <p:cNvSpPr/>
          <p:nvPr/>
        </p:nvSpPr>
        <p:spPr>
          <a:xfrm rot="4011202">
            <a:off x="2769859" y="1976828"/>
            <a:ext cx="274320" cy="274320"/>
          </a:xfrm>
          <a:prstGeom prst="ellipse">
            <a:avLst/>
          </a:prstGeom>
          <a:solidFill>
            <a:srgbClr val="9FCE80"/>
          </a:solidFill>
          <a:ln w="19050"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3286B70-FB6D-421B-AD5F-03CBCFCB3A93}"/>
              </a:ext>
            </a:extLst>
          </p:cNvPr>
          <p:cNvSpPr/>
          <p:nvPr/>
        </p:nvSpPr>
        <p:spPr>
          <a:xfrm rot="702175">
            <a:off x="1137351" y="1969954"/>
            <a:ext cx="274320" cy="274320"/>
          </a:xfrm>
          <a:prstGeom prst="ellipse">
            <a:avLst/>
          </a:prstGeom>
          <a:solidFill>
            <a:srgbClr val="9FCE80"/>
          </a:solidFill>
          <a:ln w="19050"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4C72762-8610-414B-BD9E-EACF38A418B5}"/>
              </a:ext>
            </a:extLst>
          </p:cNvPr>
          <p:cNvSpPr/>
          <p:nvPr/>
        </p:nvSpPr>
        <p:spPr>
          <a:xfrm rot="411842">
            <a:off x="2429610" y="2023752"/>
            <a:ext cx="274320" cy="274320"/>
          </a:xfrm>
          <a:prstGeom prst="ellipse">
            <a:avLst/>
          </a:prstGeom>
          <a:solidFill>
            <a:srgbClr val="9FCE80"/>
          </a:solidFill>
          <a:ln w="19050"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7E4A5BF-EF20-4138-AEAD-9D1188A3BA65}"/>
              </a:ext>
            </a:extLst>
          </p:cNvPr>
          <p:cNvSpPr/>
          <p:nvPr/>
        </p:nvSpPr>
        <p:spPr>
          <a:xfrm rot="18211376">
            <a:off x="1908077" y="2022212"/>
            <a:ext cx="274320" cy="274320"/>
          </a:xfrm>
          <a:prstGeom prst="ellipse">
            <a:avLst/>
          </a:prstGeom>
          <a:solidFill>
            <a:srgbClr val="9FCE80"/>
          </a:solidFill>
          <a:ln w="19050"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1A8A99D-88B4-460E-973D-672B3BC1CC71}"/>
              </a:ext>
            </a:extLst>
          </p:cNvPr>
          <p:cNvSpPr/>
          <p:nvPr/>
        </p:nvSpPr>
        <p:spPr>
          <a:xfrm rot="16587465">
            <a:off x="1508332" y="2022540"/>
            <a:ext cx="274320" cy="274320"/>
          </a:xfrm>
          <a:prstGeom prst="ellipse">
            <a:avLst/>
          </a:prstGeom>
          <a:solidFill>
            <a:srgbClr val="9FCE80"/>
          </a:solidFill>
          <a:ln w="19050"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6F68067-EFF0-47C8-A331-36950CC2CF58}"/>
              </a:ext>
            </a:extLst>
          </p:cNvPr>
          <p:cNvSpPr/>
          <p:nvPr/>
        </p:nvSpPr>
        <p:spPr>
          <a:xfrm rot="18352891">
            <a:off x="2417637" y="1632778"/>
            <a:ext cx="274320" cy="274320"/>
          </a:xfrm>
          <a:prstGeom prst="ellipse">
            <a:avLst/>
          </a:prstGeom>
          <a:solidFill>
            <a:srgbClr val="9FCE80"/>
          </a:solidFill>
          <a:ln w="19050"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FFC277A8-39EF-4082-A50D-88D049F45780}"/>
              </a:ext>
            </a:extLst>
          </p:cNvPr>
          <p:cNvSpPr/>
          <p:nvPr/>
        </p:nvSpPr>
        <p:spPr>
          <a:xfrm rot="2925442">
            <a:off x="1958301" y="1329818"/>
            <a:ext cx="274320" cy="274320"/>
          </a:xfrm>
          <a:prstGeom prst="ellipse">
            <a:avLst/>
          </a:prstGeom>
          <a:solidFill>
            <a:srgbClr val="9FCE80"/>
          </a:solidFill>
          <a:ln w="19050"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1C447E83-70D5-44E3-A54C-38C377FCA551}"/>
              </a:ext>
            </a:extLst>
          </p:cNvPr>
          <p:cNvSpPr/>
          <p:nvPr/>
        </p:nvSpPr>
        <p:spPr>
          <a:xfrm>
            <a:off x="946122" y="2636214"/>
            <a:ext cx="459378" cy="182949"/>
          </a:xfrm>
          <a:prstGeom prst="rect">
            <a:avLst/>
          </a:prstGeom>
          <a:solidFill>
            <a:schemeClr val="bg1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4FD9EE23-6B08-4B35-9E8E-FBE85C4DE97E}"/>
              </a:ext>
            </a:extLst>
          </p:cNvPr>
          <p:cNvSpPr/>
          <p:nvPr/>
        </p:nvSpPr>
        <p:spPr>
          <a:xfrm>
            <a:off x="946120" y="2454622"/>
            <a:ext cx="459378" cy="182949"/>
          </a:xfrm>
          <a:prstGeom prst="rect">
            <a:avLst/>
          </a:prstGeom>
          <a:solidFill>
            <a:srgbClr val="9FCE80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4878081D-90CD-4ADF-B33C-69D3EE097F93}"/>
              </a:ext>
            </a:extLst>
          </p:cNvPr>
          <p:cNvSpPr/>
          <p:nvPr/>
        </p:nvSpPr>
        <p:spPr>
          <a:xfrm>
            <a:off x="1401854" y="2636214"/>
            <a:ext cx="459378" cy="182949"/>
          </a:xfrm>
          <a:prstGeom prst="rect">
            <a:avLst/>
          </a:prstGeom>
          <a:solidFill>
            <a:schemeClr val="bg1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6878B547-8D34-45E4-B964-8AC1E6AE4AC2}"/>
              </a:ext>
            </a:extLst>
          </p:cNvPr>
          <p:cNvSpPr/>
          <p:nvPr/>
        </p:nvSpPr>
        <p:spPr>
          <a:xfrm>
            <a:off x="1401852" y="2454622"/>
            <a:ext cx="459378" cy="182949"/>
          </a:xfrm>
          <a:prstGeom prst="rect">
            <a:avLst/>
          </a:prstGeom>
          <a:solidFill>
            <a:srgbClr val="9FCE80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A66DBE13-375D-45AC-8F07-D1055AD7FE91}"/>
              </a:ext>
            </a:extLst>
          </p:cNvPr>
          <p:cNvSpPr/>
          <p:nvPr/>
        </p:nvSpPr>
        <p:spPr>
          <a:xfrm>
            <a:off x="1857582" y="2636214"/>
            <a:ext cx="459378" cy="182949"/>
          </a:xfrm>
          <a:prstGeom prst="rect">
            <a:avLst/>
          </a:prstGeom>
          <a:solidFill>
            <a:schemeClr val="bg1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C981B69F-72A9-4610-BA62-0719DB48D704}"/>
              </a:ext>
            </a:extLst>
          </p:cNvPr>
          <p:cNvSpPr/>
          <p:nvPr/>
        </p:nvSpPr>
        <p:spPr>
          <a:xfrm>
            <a:off x="1857580" y="2454622"/>
            <a:ext cx="459378" cy="182949"/>
          </a:xfrm>
          <a:prstGeom prst="rect">
            <a:avLst/>
          </a:prstGeom>
          <a:solidFill>
            <a:srgbClr val="9FCE80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07B5EDE0-1EE3-4F47-ABFD-5848AA152508}"/>
              </a:ext>
            </a:extLst>
          </p:cNvPr>
          <p:cNvSpPr/>
          <p:nvPr/>
        </p:nvSpPr>
        <p:spPr>
          <a:xfrm>
            <a:off x="2313312" y="2636214"/>
            <a:ext cx="459378" cy="182949"/>
          </a:xfrm>
          <a:prstGeom prst="rect">
            <a:avLst/>
          </a:prstGeom>
          <a:solidFill>
            <a:schemeClr val="bg1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1DBE75A0-E461-457B-950B-44622A65F97C}"/>
              </a:ext>
            </a:extLst>
          </p:cNvPr>
          <p:cNvSpPr/>
          <p:nvPr/>
        </p:nvSpPr>
        <p:spPr>
          <a:xfrm>
            <a:off x="2313310" y="2454622"/>
            <a:ext cx="459378" cy="182949"/>
          </a:xfrm>
          <a:prstGeom prst="rect">
            <a:avLst/>
          </a:prstGeom>
          <a:solidFill>
            <a:srgbClr val="9FCE80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EAE691D9-C823-4570-9416-B1016F412A1B}"/>
              </a:ext>
            </a:extLst>
          </p:cNvPr>
          <p:cNvSpPr/>
          <p:nvPr/>
        </p:nvSpPr>
        <p:spPr>
          <a:xfrm>
            <a:off x="2766786" y="2636214"/>
            <a:ext cx="459378" cy="182949"/>
          </a:xfrm>
          <a:prstGeom prst="rect">
            <a:avLst/>
          </a:prstGeom>
          <a:solidFill>
            <a:schemeClr val="bg1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83AAEB6A-FA58-4ECD-B295-72EC182227C8}"/>
              </a:ext>
            </a:extLst>
          </p:cNvPr>
          <p:cNvSpPr/>
          <p:nvPr/>
        </p:nvSpPr>
        <p:spPr>
          <a:xfrm>
            <a:off x="2766784" y="2454622"/>
            <a:ext cx="459378" cy="182949"/>
          </a:xfrm>
          <a:prstGeom prst="rect">
            <a:avLst/>
          </a:prstGeom>
          <a:solidFill>
            <a:srgbClr val="9FCE80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7" name="Straight Arrow Connector 256">
            <a:extLst>
              <a:ext uri="{FF2B5EF4-FFF2-40B4-BE49-F238E27FC236}">
                <a16:creationId xmlns:a16="http://schemas.microsoft.com/office/drawing/2014/main" id="{BEC4100D-F67D-435B-929D-26C08C63F959}"/>
              </a:ext>
            </a:extLst>
          </p:cNvPr>
          <p:cNvCxnSpPr>
            <a:cxnSpLocks/>
            <a:stCxn id="20" idx="4"/>
            <a:endCxn id="245" idx="0"/>
          </p:cNvCxnSpPr>
          <p:nvPr/>
        </p:nvCxnSpPr>
        <p:spPr>
          <a:xfrm flipH="1">
            <a:off x="2543001" y="2297089"/>
            <a:ext cx="7377" cy="339125"/>
          </a:xfrm>
          <a:prstGeom prst="straightConnector1">
            <a:avLst/>
          </a:prstGeom>
          <a:ln w="19050">
            <a:solidFill>
              <a:srgbClr val="00583B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Arrow Connector 259">
            <a:extLst>
              <a:ext uri="{FF2B5EF4-FFF2-40B4-BE49-F238E27FC236}">
                <a16:creationId xmlns:a16="http://schemas.microsoft.com/office/drawing/2014/main" id="{9CD8142A-2235-4228-AC47-97B10530E413}"/>
              </a:ext>
            </a:extLst>
          </p:cNvPr>
          <p:cNvCxnSpPr>
            <a:cxnSpLocks/>
            <a:stCxn id="18" idx="6"/>
            <a:endCxn id="247" idx="0"/>
          </p:cNvCxnSpPr>
          <p:nvPr/>
        </p:nvCxnSpPr>
        <p:spPr>
          <a:xfrm>
            <a:off x="2960935" y="2240107"/>
            <a:ext cx="35540" cy="396107"/>
          </a:xfrm>
          <a:prstGeom prst="straightConnector1">
            <a:avLst/>
          </a:prstGeom>
          <a:ln w="19050">
            <a:solidFill>
              <a:srgbClr val="00583B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7B018174-775D-40D1-BE72-30082F009159}"/>
              </a:ext>
            </a:extLst>
          </p:cNvPr>
          <p:cNvCxnSpPr>
            <a:cxnSpLocks/>
            <a:stCxn id="19" idx="4"/>
            <a:endCxn id="182" idx="0"/>
          </p:cNvCxnSpPr>
          <p:nvPr/>
        </p:nvCxnSpPr>
        <p:spPr>
          <a:xfrm flipH="1">
            <a:off x="1175811" y="2241423"/>
            <a:ext cx="70879" cy="394791"/>
          </a:xfrm>
          <a:prstGeom prst="straightConnector1">
            <a:avLst/>
          </a:prstGeom>
          <a:ln w="19050">
            <a:solidFill>
              <a:srgbClr val="00583B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DDE44303-E933-4660-BFB3-31926F66CEA5}"/>
              </a:ext>
            </a:extLst>
          </p:cNvPr>
          <p:cNvCxnSpPr>
            <a:cxnSpLocks/>
            <a:stCxn id="22" idx="2"/>
            <a:endCxn id="242" idx="2"/>
          </p:cNvCxnSpPr>
          <p:nvPr/>
        </p:nvCxnSpPr>
        <p:spPr>
          <a:xfrm>
            <a:off x="1630066" y="2295990"/>
            <a:ext cx="1475" cy="341581"/>
          </a:xfrm>
          <a:prstGeom prst="straightConnector1">
            <a:avLst/>
          </a:prstGeom>
          <a:ln w="19050">
            <a:solidFill>
              <a:srgbClr val="00583B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AD05725D-15B1-4D57-B209-00074C56CFC2}"/>
              </a:ext>
            </a:extLst>
          </p:cNvPr>
          <p:cNvCxnSpPr>
            <a:cxnSpLocks/>
            <a:stCxn id="21" idx="3"/>
            <a:endCxn id="243" idx="0"/>
          </p:cNvCxnSpPr>
          <p:nvPr/>
        </p:nvCxnSpPr>
        <p:spPr>
          <a:xfrm>
            <a:off x="2072529" y="2293790"/>
            <a:ext cx="14742" cy="342424"/>
          </a:xfrm>
          <a:prstGeom prst="straightConnector1">
            <a:avLst/>
          </a:prstGeom>
          <a:ln w="19050">
            <a:solidFill>
              <a:srgbClr val="00583B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9" name="Rectangle 298">
            <a:extLst>
              <a:ext uri="{FF2B5EF4-FFF2-40B4-BE49-F238E27FC236}">
                <a16:creationId xmlns:a16="http://schemas.microsoft.com/office/drawing/2014/main" id="{FBB4BE03-9CA9-436E-B77C-96EB6CF32A21}"/>
              </a:ext>
            </a:extLst>
          </p:cNvPr>
          <p:cNvSpPr/>
          <p:nvPr/>
        </p:nvSpPr>
        <p:spPr>
          <a:xfrm>
            <a:off x="946122" y="2817806"/>
            <a:ext cx="459378" cy="182949"/>
          </a:xfrm>
          <a:prstGeom prst="rect">
            <a:avLst/>
          </a:prstGeom>
          <a:solidFill>
            <a:schemeClr val="bg1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CA90C7F3-26A0-42BD-8B49-3D559876D2B1}"/>
              </a:ext>
            </a:extLst>
          </p:cNvPr>
          <p:cNvSpPr/>
          <p:nvPr/>
        </p:nvSpPr>
        <p:spPr>
          <a:xfrm>
            <a:off x="1401854" y="2817806"/>
            <a:ext cx="459378" cy="182949"/>
          </a:xfrm>
          <a:prstGeom prst="rect">
            <a:avLst/>
          </a:prstGeom>
          <a:solidFill>
            <a:schemeClr val="bg1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B3E58C42-31B7-429F-A168-DA4F0EDBA3ED}"/>
              </a:ext>
            </a:extLst>
          </p:cNvPr>
          <p:cNvSpPr/>
          <p:nvPr/>
        </p:nvSpPr>
        <p:spPr>
          <a:xfrm>
            <a:off x="1857582" y="2817806"/>
            <a:ext cx="459378" cy="182949"/>
          </a:xfrm>
          <a:prstGeom prst="rect">
            <a:avLst/>
          </a:prstGeom>
          <a:solidFill>
            <a:schemeClr val="bg1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BE231DB3-19FD-4F99-A063-6B1D70AD5734}"/>
              </a:ext>
            </a:extLst>
          </p:cNvPr>
          <p:cNvSpPr/>
          <p:nvPr/>
        </p:nvSpPr>
        <p:spPr>
          <a:xfrm>
            <a:off x="2313312" y="2817806"/>
            <a:ext cx="459378" cy="182949"/>
          </a:xfrm>
          <a:prstGeom prst="rect">
            <a:avLst/>
          </a:prstGeom>
          <a:solidFill>
            <a:schemeClr val="bg1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13F73A61-063F-47D4-B4E1-827516230FEC}"/>
              </a:ext>
            </a:extLst>
          </p:cNvPr>
          <p:cNvSpPr/>
          <p:nvPr/>
        </p:nvSpPr>
        <p:spPr>
          <a:xfrm>
            <a:off x="2766786" y="2817806"/>
            <a:ext cx="459378" cy="182949"/>
          </a:xfrm>
          <a:prstGeom prst="rect">
            <a:avLst/>
          </a:prstGeom>
          <a:solidFill>
            <a:schemeClr val="bg1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C74518CC-B712-4A99-A655-FD85142640AD}"/>
              </a:ext>
            </a:extLst>
          </p:cNvPr>
          <p:cNvCxnSpPr>
            <a:cxnSpLocks/>
          </p:cNvCxnSpPr>
          <p:nvPr/>
        </p:nvCxnSpPr>
        <p:spPr>
          <a:xfrm>
            <a:off x="6914163" y="2910638"/>
            <a:ext cx="0" cy="228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Straight Connector 383">
            <a:extLst>
              <a:ext uri="{FF2B5EF4-FFF2-40B4-BE49-F238E27FC236}">
                <a16:creationId xmlns:a16="http://schemas.microsoft.com/office/drawing/2014/main" id="{BA309EDD-F5E4-4019-9402-CE05359E8062}"/>
              </a:ext>
            </a:extLst>
          </p:cNvPr>
          <p:cNvCxnSpPr>
            <a:cxnSpLocks/>
          </p:cNvCxnSpPr>
          <p:nvPr/>
        </p:nvCxnSpPr>
        <p:spPr>
          <a:xfrm>
            <a:off x="7369895" y="2909281"/>
            <a:ext cx="0" cy="228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Connector 386">
            <a:extLst>
              <a:ext uri="{FF2B5EF4-FFF2-40B4-BE49-F238E27FC236}">
                <a16:creationId xmlns:a16="http://schemas.microsoft.com/office/drawing/2014/main" id="{B7D5B0CA-40D8-4FE8-AD6C-A2D10AE3A2F6}"/>
              </a:ext>
            </a:extLst>
          </p:cNvPr>
          <p:cNvCxnSpPr>
            <a:cxnSpLocks/>
          </p:cNvCxnSpPr>
          <p:nvPr/>
        </p:nvCxnSpPr>
        <p:spPr>
          <a:xfrm>
            <a:off x="7825623" y="2909281"/>
            <a:ext cx="0" cy="228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Straight Connector 389">
            <a:extLst>
              <a:ext uri="{FF2B5EF4-FFF2-40B4-BE49-F238E27FC236}">
                <a16:creationId xmlns:a16="http://schemas.microsoft.com/office/drawing/2014/main" id="{B2D6A67E-A90D-49F4-884F-06FA76884335}"/>
              </a:ext>
            </a:extLst>
          </p:cNvPr>
          <p:cNvCxnSpPr>
            <a:cxnSpLocks/>
          </p:cNvCxnSpPr>
          <p:nvPr/>
        </p:nvCxnSpPr>
        <p:spPr>
          <a:xfrm>
            <a:off x="8281353" y="2909281"/>
            <a:ext cx="0" cy="228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Connector 392">
            <a:extLst>
              <a:ext uri="{FF2B5EF4-FFF2-40B4-BE49-F238E27FC236}">
                <a16:creationId xmlns:a16="http://schemas.microsoft.com/office/drawing/2014/main" id="{A23A172E-7334-48BC-A205-7292AA2134A3}"/>
              </a:ext>
            </a:extLst>
          </p:cNvPr>
          <p:cNvCxnSpPr>
            <a:cxnSpLocks/>
          </p:cNvCxnSpPr>
          <p:nvPr/>
        </p:nvCxnSpPr>
        <p:spPr>
          <a:xfrm>
            <a:off x="8734827" y="2909281"/>
            <a:ext cx="0" cy="228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Straight Connector 395">
            <a:extLst>
              <a:ext uri="{FF2B5EF4-FFF2-40B4-BE49-F238E27FC236}">
                <a16:creationId xmlns:a16="http://schemas.microsoft.com/office/drawing/2014/main" id="{EA48159D-4605-492A-9F44-FFFB735EF46E}"/>
              </a:ext>
            </a:extLst>
          </p:cNvPr>
          <p:cNvCxnSpPr>
            <a:cxnSpLocks/>
          </p:cNvCxnSpPr>
          <p:nvPr/>
        </p:nvCxnSpPr>
        <p:spPr>
          <a:xfrm>
            <a:off x="7138857" y="2910638"/>
            <a:ext cx="0" cy="228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Straight Connector 396">
            <a:extLst>
              <a:ext uri="{FF2B5EF4-FFF2-40B4-BE49-F238E27FC236}">
                <a16:creationId xmlns:a16="http://schemas.microsoft.com/office/drawing/2014/main" id="{F2B25D13-6267-4749-8323-79AC0E66A1E8}"/>
              </a:ext>
            </a:extLst>
          </p:cNvPr>
          <p:cNvCxnSpPr>
            <a:cxnSpLocks/>
          </p:cNvCxnSpPr>
          <p:nvPr/>
        </p:nvCxnSpPr>
        <p:spPr>
          <a:xfrm>
            <a:off x="7594589" y="2909281"/>
            <a:ext cx="0" cy="228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Straight Connector 397">
            <a:extLst>
              <a:ext uri="{FF2B5EF4-FFF2-40B4-BE49-F238E27FC236}">
                <a16:creationId xmlns:a16="http://schemas.microsoft.com/office/drawing/2014/main" id="{D4035358-1464-4789-B58D-CD93E3949B78}"/>
              </a:ext>
            </a:extLst>
          </p:cNvPr>
          <p:cNvCxnSpPr>
            <a:cxnSpLocks/>
          </p:cNvCxnSpPr>
          <p:nvPr/>
        </p:nvCxnSpPr>
        <p:spPr>
          <a:xfrm>
            <a:off x="8050317" y="2909281"/>
            <a:ext cx="0" cy="228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Straight Connector 398">
            <a:extLst>
              <a:ext uri="{FF2B5EF4-FFF2-40B4-BE49-F238E27FC236}">
                <a16:creationId xmlns:a16="http://schemas.microsoft.com/office/drawing/2014/main" id="{04598203-C364-4A8C-9CF9-B7B8FED9209B}"/>
              </a:ext>
            </a:extLst>
          </p:cNvPr>
          <p:cNvCxnSpPr>
            <a:cxnSpLocks/>
          </p:cNvCxnSpPr>
          <p:nvPr/>
        </p:nvCxnSpPr>
        <p:spPr>
          <a:xfrm>
            <a:off x="8506047" y="2909281"/>
            <a:ext cx="0" cy="228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Straight Connector 399">
            <a:extLst>
              <a:ext uri="{FF2B5EF4-FFF2-40B4-BE49-F238E27FC236}">
                <a16:creationId xmlns:a16="http://schemas.microsoft.com/office/drawing/2014/main" id="{BD470055-2267-47AF-BD2F-DD15CF752222}"/>
              </a:ext>
            </a:extLst>
          </p:cNvPr>
          <p:cNvCxnSpPr>
            <a:cxnSpLocks/>
          </p:cNvCxnSpPr>
          <p:nvPr/>
        </p:nvCxnSpPr>
        <p:spPr>
          <a:xfrm>
            <a:off x="8959521" y="2909281"/>
            <a:ext cx="0" cy="228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Straight Connector 402">
            <a:extLst>
              <a:ext uri="{FF2B5EF4-FFF2-40B4-BE49-F238E27FC236}">
                <a16:creationId xmlns:a16="http://schemas.microsoft.com/office/drawing/2014/main" id="{316733EC-2379-4301-BB9F-946285102ECB}"/>
              </a:ext>
            </a:extLst>
          </p:cNvPr>
          <p:cNvCxnSpPr>
            <a:cxnSpLocks/>
          </p:cNvCxnSpPr>
          <p:nvPr/>
        </p:nvCxnSpPr>
        <p:spPr>
          <a:xfrm>
            <a:off x="9188121" y="2909281"/>
            <a:ext cx="0" cy="228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4" name="Straight Connector 403">
            <a:extLst>
              <a:ext uri="{FF2B5EF4-FFF2-40B4-BE49-F238E27FC236}">
                <a16:creationId xmlns:a16="http://schemas.microsoft.com/office/drawing/2014/main" id="{B7C718D3-19C3-4190-A688-B730D736F30F}"/>
              </a:ext>
            </a:extLst>
          </p:cNvPr>
          <p:cNvCxnSpPr>
            <a:cxnSpLocks/>
          </p:cNvCxnSpPr>
          <p:nvPr/>
        </p:nvCxnSpPr>
        <p:spPr>
          <a:xfrm rot="5400000">
            <a:off x="8052525" y="1772631"/>
            <a:ext cx="0" cy="228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Straight Connector 404">
            <a:extLst>
              <a:ext uri="{FF2B5EF4-FFF2-40B4-BE49-F238E27FC236}">
                <a16:creationId xmlns:a16="http://schemas.microsoft.com/office/drawing/2014/main" id="{A4529F15-532D-41B4-9598-E356D1DA662E}"/>
              </a:ext>
            </a:extLst>
          </p:cNvPr>
          <p:cNvCxnSpPr>
            <a:cxnSpLocks/>
          </p:cNvCxnSpPr>
          <p:nvPr/>
        </p:nvCxnSpPr>
        <p:spPr>
          <a:xfrm rot="5400000">
            <a:off x="8052525" y="3965702"/>
            <a:ext cx="0" cy="228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6" name="Straight Connector 405">
            <a:extLst>
              <a:ext uri="{FF2B5EF4-FFF2-40B4-BE49-F238E27FC236}">
                <a16:creationId xmlns:a16="http://schemas.microsoft.com/office/drawing/2014/main" id="{7587168D-47E4-4606-BB37-CBFCC49700B5}"/>
              </a:ext>
            </a:extLst>
          </p:cNvPr>
          <p:cNvCxnSpPr>
            <a:cxnSpLocks/>
          </p:cNvCxnSpPr>
          <p:nvPr/>
        </p:nvCxnSpPr>
        <p:spPr>
          <a:xfrm rot="5400000">
            <a:off x="8052525" y="3526790"/>
            <a:ext cx="0" cy="228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Straight Connector 406">
            <a:extLst>
              <a:ext uri="{FF2B5EF4-FFF2-40B4-BE49-F238E27FC236}">
                <a16:creationId xmlns:a16="http://schemas.microsoft.com/office/drawing/2014/main" id="{945616EB-C20C-4BA7-B710-25C62C7D12A6}"/>
              </a:ext>
            </a:extLst>
          </p:cNvPr>
          <p:cNvCxnSpPr>
            <a:cxnSpLocks/>
          </p:cNvCxnSpPr>
          <p:nvPr/>
        </p:nvCxnSpPr>
        <p:spPr>
          <a:xfrm rot="5400000">
            <a:off x="8052525" y="3307334"/>
            <a:ext cx="0" cy="228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C606A452-8F08-477A-8B4D-6AE7790E4DA7}"/>
              </a:ext>
            </a:extLst>
          </p:cNvPr>
          <p:cNvCxnSpPr>
            <a:cxnSpLocks/>
          </p:cNvCxnSpPr>
          <p:nvPr/>
        </p:nvCxnSpPr>
        <p:spPr>
          <a:xfrm rot="5400000">
            <a:off x="8052525" y="2648966"/>
            <a:ext cx="0" cy="228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86E7DC40-7535-4E34-BCBE-44F74BB7ACF5}"/>
              </a:ext>
            </a:extLst>
          </p:cNvPr>
          <p:cNvCxnSpPr>
            <a:cxnSpLocks/>
          </p:cNvCxnSpPr>
          <p:nvPr/>
        </p:nvCxnSpPr>
        <p:spPr>
          <a:xfrm rot="5400000">
            <a:off x="8052525" y="1990349"/>
            <a:ext cx="0" cy="228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Straight Connector 409">
            <a:extLst>
              <a:ext uri="{FF2B5EF4-FFF2-40B4-BE49-F238E27FC236}">
                <a16:creationId xmlns:a16="http://schemas.microsoft.com/office/drawing/2014/main" id="{A9D85F01-8CBB-4CB2-ACEA-C51FE00F06F2}"/>
              </a:ext>
            </a:extLst>
          </p:cNvPr>
          <p:cNvCxnSpPr>
            <a:cxnSpLocks/>
          </p:cNvCxnSpPr>
          <p:nvPr/>
        </p:nvCxnSpPr>
        <p:spPr>
          <a:xfrm rot="5400000">
            <a:off x="8052525" y="3746246"/>
            <a:ext cx="0" cy="228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Straight Connector 410">
            <a:extLst>
              <a:ext uri="{FF2B5EF4-FFF2-40B4-BE49-F238E27FC236}">
                <a16:creationId xmlns:a16="http://schemas.microsoft.com/office/drawing/2014/main" id="{DC1894ED-38E0-49AA-BD73-57329A47E87D}"/>
              </a:ext>
            </a:extLst>
          </p:cNvPr>
          <p:cNvCxnSpPr>
            <a:cxnSpLocks/>
          </p:cNvCxnSpPr>
          <p:nvPr/>
        </p:nvCxnSpPr>
        <p:spPr>
          <a:xfrm rot="5400000">
            <a:off x="8052525" y="3087878"/>
            <a:ext cx="0" cy="228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Straight Connector 411">
            <a:extLst>
              <a:ext uri="{FF2B5EF4-FFF2-40B4-BE49-F238E27FC236}">
                <a16:creationId xmlns:a16="http://schemas.microsoft.com/office/drawing/2014/main" id="{752B30BF-EE4A-4A16-B438-ED6E741BB977}"/>
              </a:ext>
            </a:extLst>
          </p:cNvPr>
          <p:cNvCxnSpPr>
            <a:cxnSpLocks/>
          </p:cNvCxnSpPr>
          <p:nvPr/>
        </p:nvCxnSpPr>
        <p:spPr>
          <a:xfrm rot="5400000">
            <a:off x="8052525" y="2868422"/>
            <a:ext cx="0" cy="228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Straight Connector 412">
            <a:extLst>
              <a:ext uri="{FF2B5EF4-FFF2-40B4-BE49-F238E27FC236}">
                <a16:creationId xmlns:a16="http://schemas.microsoft.com/office/drawing/2014/main" id="{246564D9-3F18-4605-83A6-8FC614361282}"/>
              </a:ext>
            </a:extLst>
          </p:cNvPr>
          <p:cNvCxnSpPr>
            <a:cxnSpLocks/>
          </p:cNvCxnSpPr>
          <p:nvPr/>
        </p:nvCxnSpPr>
        <p:spPr>
          <a:xfrm rot="5400000">
            <a:off x="8052525" y="2429510"/>
            <a:ext cx="0" cy="228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Straight Connector 413">
            <a:extLst>
              <a:ext uri="{FF2B5EF4-FFF2-40B4-BE49-F238E27FC236}">
                <a16:creationId xmlns:a16="http://schemas.microsoft.com/office/drawing/2014/main" id="{774B2EA5-1112-47DD-94D5-CD5F7180B7F7}"/>
              </a:ext>
            </a:extLst>
          </p:cNvPr>
          <p:cNvCxnSpPr>
            <a:cxnSpLocks/>
          </p:cNvCxnSpPr>
          <p:nvPr/>
        </p:nvCxnSpPr>
        <p:spPr>
          <a:xfrm rot="5400000">
            <a:off x="8052525" y="2210054"/>
            <a:ext cx="0" cy="228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5" name="Straight Connector 454">
            <a:extLst>
              <a:ext uri="{FF2B5EF4-FFF2-40B4-BE49-F238E27FC236}">
                <a16:creationId xmlns:a16="http://schemas.microsoft.com/office/drawing/2014/main" id="{BAB94E7E-E5B2-435A-A9EA-B7DC58A97A9D}"/>
              </a:ext>
            </a:extLst>
          </p:cNvPr>
          <p:cNvCxnSpPr>
            <a:cxnSpLocks/>
          </p:cNvCxnSpPr>
          <p:nvPr/>
        </p:nvCxnSpPr>
        <p:spPr>
          <a:xfrm>
            <a:off x="4177981" y="1031332"/>
            <a:ext cx="0" cy="2286000"/>
          </a:xfrm>
          <a:prstGeom prst="line">
            <a:avLst/>
          </a:prstGeom>
          <a:ln w="12700">
            <a:solidFill>
              <a:srgbClr val="00583B"/>
            </a:solidFill>
            <a:headEnd type="none" w="med" len="med"/>
            <a:tailEnd type="arrow" w="med" len="med"/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0BF7C3CD-053A-40CF-92CE-98DE0EEB2B67}"/>
              </a:ext>
            </a:extLst>
          </p:cNvPr>
          <p:cNvCxnSpPr>
            <a:cxnSpLocks/>
          </p:cNvCxnSpPr>
          <p:nvPr/>
        </p:nvCxnSpPr>
        <p:spPr>
          <a:xfrm>
            <a:off x="4633713" y="1029975"/>
            <a:ext cx="0" cy="2286000"/>
          </a:xfrm>
          <a:prstGeom prst="line">
            <a:avLst/>
          </a:prstGeom>
          <a:ln w="12700">
            <a:solidFill>
              <a:srgbClr val="00583B"/>
            </a:solidFill>
            <a:headEnd type="none" w="med" len="med"/>
            <a:tailEnd type="arrow" w="med" len="med"/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7" name="Straight Connector 456">
            <a:extLst>
              <a:ext uri="{FF2B5EF4-FFF2-40B4-BE49-F238E27FC236}">
                <a16:creationId xmlns:a16="http://schemas.microsoft.com/office/drawing/2014/main" id="{BB34039A-9FD9-45BB-B588-CDCC84E67053}"/>
              </a:ext>
            </a:extLst>
          </p:cNvPr>
          <p:cNvCxnSpPr>
            <a:cxnSpLocks/>
          </p:cNvCxnSpPr>
          <p:nvPr/>
        </p:nvCxnSpPr>
        <p:spPr>
          <a:xfrm>
            <a:off x="5089441" y="1029975"/>
            <a:ext cx="0" cy="2286000"/>
          </a:xfrm>
          <a:prstGeom prst="line">
            <a:avLst/>
          </a:prstGeom>
          <a:ln w="12700">
            <a:solidFill>
              <a:srgbClr val="00583B"/>
            </a:solidFill>
            <a:headEnd type="none" w="med" len="med"/>
            <a:tailEnd type="arrow" w="med" len="med"/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8" name="Straight Connector 457">
            <a:extLst>
              <a:ext uri="{FF2B5EF4-FFF2-40B4-BE49-F238E27FC236}">
                <a16:creationId xmlns:a16="http://schemas.microsoft.com/office/drawing/2014/main" id="{B7219472-58E1-4EFA-858F-EBD79CAE2383}"/>
              </a:ext>
            </a:extLst>
          </p:cNvPr>
          <p:cNvCxnSpPr>
            <a:cxnSpLocks/>
          </p:cNvCxnSpPr>
          <p:nvPr/>
        </p:nvCxnSpPr>
        <p:spPr>
          <a:xfrm>
            <a:off x="5545171" y="1029975"/>
            <a:ext cx="0" cy="2286000"/>
          </a:xfrm>
          <a:prstGeom prst="line">
            <a:avLst/>
          </a:prstGeom>
          <a:ln w="12700">
            <a:solidFill>
              <a:srgbClr val="00583B"/>
            </a:solidFill>
            <a:headEnd type="none" w="med" len="med"/>
            <a:tailEnd type="arrow" w="med" len="med"/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" name="Straight Connector 458">
            <a:extLst>
              <a:ext uri="{FF2B5EF4-FFF2-40B4-BE49-F238E27FC236}">
                <a16:creationId xmlns:a16="http://schemas.microsoft.com/office/drawing/2014/main" id="{2413566F-0010-478D-B5F5-B9E2BCDB5610}"/>
              </a:ext>
            </a:extLst>
          </p:cNvPr>
          <p:cNvCxnSpPr>
            <a:cxnSpLocks/>
          </p:cNvCxnSpPr>
          <p:nvPr/>
        </p:nvCxnSpPr>
        <p:spPr>
          <a:xfrm>
            <a:off x="5998645" y="1029975"/>
            <a:ext cx="0" cy="2286000"/>
          </a:xfrm>
          <a:prstGeom prst="line">
            <a:avLst/>
          </a:prstGeom>
          <a:ln w="12700">
            <a:solidFill>
              <a:srgbClr val="00583B"/>
            </a:solidFill>
            <a:headEnd type="none" w="med" len="med"/>
            <a:tailEnd type="arrow" w="med" len="med"/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0" name="Straight Connector 459">
            <a:extLst>
              <a:ext uri="{FF2B5EF4-FFF2-40B4-BE49-F238E27FC236}">
                <a16:creationId xmlns:a16="http://schemas.microsoft.com/office/drawing/2014/main" id="{9FABECB8-40C2-48D5-AC86-98BBABC5E5B5}"/>
              </a:ext>
            </a:extLst>
          </p:cNvPr>
          <p:cNvCxnSpPr>
            <a:cxnSpLocks/>
            <a:stCxn id="467" idx="6"/>
            <a:endCxn id="474" idx="4"/>
          </p:cNvCxnSpPr>
          <p:nvPr/>
        </p:nvCxnSpPr>
        <p:spPr>
          <a:xfrm flipV="1">
            <a:off x="4819450" y="1563751"/>
            <a:ext cx="175049" cy="135571"/>
          </a:xfrm>
          <a:prstGeom prst="line">
            <a:avLst/>
          </a:prstGeom>
          <a:ln w="19050">
            <a:solidFill>
              <a:srgbClr val="0058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Straight Connector 460">
            <a:extLst>
              <a:ext uri="{FF2B5EF4-FFF2-40B4-BE49-F238E27FC236}">
                <a16:creationId xmlns:a16="http://schemas.microsoft.com/office/drawing/2014/main" id="{CA11598F-B6EE-49E1-8528-D7DF07949D72}"/>
              </a:ext>
            </a:extLst>
          </p:cNvPr>
          <p:cNvCxnSpPr>
            <a:cxnSpLocks/>
            <a:stCxn id="474" idx="6"/>
            <a:endCxn id="473" idx="0"/>
          </p:cNvCxnSpPr>
          <p:nvPr/>
        </p:nvCxnSpPr>
        <p:spPr>
          <a:xfrm>
            <a:off x="5188056" y="1576462"/>
            <a:ext cx="257782" cy="119435"/>
          </a:xfrm>
          <a:prstGeom prst="line">
            <a:avLst/>
          </a:prstGeom>
          <a:ln w="19050">
            <a:solidFill>
              <a:srgbClr val="0058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64275C57-9481-4AEF-921C-8BA4AC03C343}"/>
              </a:ext>
            </a:extLst>
          </p:cNvPr>
          <p:cNvCxnSpPr>
            <a:cxnSpLocks/>
            <a:stCxn id="473" idx="4"/>
            <a:endCxn id="468" idx="2"/>
          </p:cNvCxnSpPr>
          <p:nvPr/>
        </p:nvCxnSpPr>
        <p:spPr>
          <a:xfrm>
            <a:off x="5668100" y="1856679"/>
            <a:ext cx="187175" cy="137540"/>
          </a:xfrm>
          <a:prstGeom prst="line">
            <a:avLst/>
          </a:prstGeom>
          <a:ln w="19050">
            <a:solidFill>
              <a:srgbClr val="0058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3" name="Straight Connector 462">
            <a:extLst>
              <a:ext uri="{FF2B5EF4-FFF2-40B4-BE49-F238E27FC236}">
                <a16:creationId xmlns:a16="http://schemas.microsoft.com/office/drawing/2014/main" id="{E238B95A-C395-4E22-A514-4A54D7E3992F}"/>
              </a:ext>
            </a:extLst>
          </p:cNvPr>
          <p:cNvCxnSpPr>
            <a:cxnSpLocks/>
            <a:stCxn id="472" idx="6"/>
            <a:endCxn id="467" idx="3"/>
          </p:cNvCxnSpPr>
          <p:nvPr/>
        </p:nvCxnSpPr>
        <p:spPr>
          <a:xfrm flipV="1">
            <a:off x="4663090" y="1916206"/>
            <a:ext cx="25240" cy="113554"/>
          </a:xfrm>
          <a:prstGeom prst="line">
            <a:avLst/>
          </a:prstGeom>
          <a:ln w="19050">
            <a:solidFill>
              <a:srgbClr val="0058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Straight Connector 463">
            <a:extLst>
              <a:ext uri="{FF2B5EF4-FFF2-40B4-BE49-F238E27FC236}">
                <a16:creationId xmlns:a16="http://schemas.microsoft.com/office/drawing/2014/main" id="{34D205B1-126B-4479-9C6D-382D45320253}"/>
              </a:ext>
            </a:extLst>
          </p:cNvPr>
          <p:cNvCxnSpPr>
            <a:cxnSpLocks/>
            <a:stCxn id="471" idx="7"/>
            <a:endCxn id="467" idx="4"/>
          </p:cNvCxnSpPr>
          <p:nvPr/>
        </p:nvCxnSpPr>
        <p:spPr>
          <a:xfrm flipH="1" flipV="1">
            <a:off x="4790258" y="1891086"/>
            <a:ext cx="229859" cy="140218"/>
          </a:xfrm>
          <a:prstGeom prst="line">
            <a:avLst/>
          </a:prstGeom>
          <a:ln w="19050">
            <a:solidFill>
              <a:srgbClr val="0058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5" name="Straight Connector 464">
            <a:extLst>
              <a:ext uri="{FF2B5EF4-FFF2-40B4-BE49-F238E27FC236}">
                <a16:creationId xmlns:a16="http://schemas.microsoft.com/office/drawing/2014/main" id="{C0405E6E-D991-4038-8401-3C9FF3457B7E}"/>
              </a:ext>
            </a:extLst>
          </p:cNvPr>
          <p:cNvCxnSpPr>
            <a:cxnSpLocks/>
            <a:stCxn id="470" idx="0"/>
            <a:endCxn id="473" idx="3"/>
          </p:cNvCxnSpPr>
          <p:nvPr/>
        </p:nvCxnSpPr>
        <p:spPr>
          <a:xfrm flipH="1" flipV="1">
            <a:off x="5578706" y="1911715"/>
            <a:ext cx="6628" cy="119370"/>
          </a:xfrm>
          <a:prstGeom prst="line">
            <a:avLst/>
          </a:prstGeom>
          <a:ln w="19050">
            <a:solidFill>
              <a:srgbClr val="0058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" name="Straight Connector 465">
            <a:extLst>
              <a:ext uri="{FF2B5EF4-FFF2-40B4-BE49-F238E27FC236}">
                <a16:creationId xmlns:a16="http://schemas.microsoft.com/office/drawing/2014/main" id="{BF3F52C3-6A7E-43F8-87FE-FA337CD365A4}"/>
              </a:ext>
            </a:extLst>
          </p:cNvPr>
          <p:cNvCxnSpPr>
            <a:cxnSpLocks/>
            <a:stCxn id="469" idx="7"/>
            <a:endCxn id="467" idx="2"/>
          </p:cNvCxnSpPr>
          <p:nvPr/>
        </p:nvCxnSpPr>
        <p:spPr>
          <a:xfrm flipV="1">
            <a:off x="4391326" y="1861894"/>
            <a:ext cx="207168" cy="176272"/>
          </a:xfrm>
          <a:prstGeom prst="line">
            <a:avLst/>
          </a:prstGeom>
          <a:ln w="19050">
            <a:solidFill>
              <a:srgbClr val="0058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7" name="Oval 466">
            <a:extLst>
              <a:ext uri="{FF2B5EF4-FFF2-40B4-BE49-F238E27FC236}">
                <a16:creationId xmlns:a16="http://schemas.microsoft.com/office/drawing/2014/main" id="{6F5CE828-7E8E-4A8E-8013-817A45E1D42F}"/>
              </a:ext>
            </a:extLst>
          </p:cNvPr>
          <p:cNvSpPr/>
          <p:nvPr/>
        </p:nvSpPr>
        <p:spPr>
          <a:xfrm rot="19419334">
            <a:off x="4571812" y="1643448"/>
            <a:ext cx="274320" cy="274320"/>
          </a:xfrm>
          <a:prstGeom prst="ellipse">
            <a:avLst/>
          </a:prstGeom>
          <a:solidFill>
            <a:srgbClr val="9FCE80"/>
          </a:solidFill>
          <a:ln w="19050"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8" name="Oval 467">
            <a:extLst>
              <a:ext uri="{FF2B5EF4-FFF2-40B4-BE49-F238E27FC236}">
                <a16:creationId xmlns:a16="http://schemas.microsoft.com/office/drawing/2014/main" id="{A4AABC11-D669-4603-AE0E-9DC34A4A9382}"/>
              </a:ext>
            </a:extLst>
          </p:cNvPr>
          <p:cNvSpPr/>
          <p:nvPr/>
        </p:nvSpPr>
        <p:spPr>
          <a:xfrm rot="4011202">
            <a:off x="5772031" y="1983178"/>
            <a:ext cx="274320" cy="274320"/>
          </a:xfrm>
          <a:prstGeom prst="ellipse">
            <a:avLst/>
          </a:prstGeom>
          <a:solidFill>
            <a:srgbClr val="9FCE80"/>
          </a:solidFill>
          <a:ln w="19050"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9" name="Oval 468">
            <a:extLst>
              <a:ext uri="{FF2B5EF4-FFF2-40B4-BE49-F238E27FC236}">
                <a16:creationId xmlns:a16="http://schemas.microsoft.com/office/drawing/2014/main" id="{B066DFBD-8BBF-4AEE-B759-3071CD81E140}"/>
              </a:ext>
            </a:extLst>
          </p:cNvPr>
          <p:cNvSpPr/>
          <p:nvPr/>
        </p:nvSpPr>
        <p:spPr>
          <a:xfrm rot="702175">
            <a:off x="4139523" y="1976304"/>
            <a:ext cx="274320" cy="274320"/>
          </a:xfrm>
          <a:prstGeom prst="ellipse">
            <a:avLst/>
          </a:prstGeom>
          <a:solidFill>
            <a:srgbClr val="9FCE80"/>
          </a:solidFill>
          <a:ln w="19050"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0" name="Oval 469">
            <a:extLst>
              <a:ext uri="{FF2B5EF4-FFF2-40B4-BE49-F238E27FC236}">
                <a16:creationId xmlns:a16="http://schemas.microsoft.com/office/drawing/2014/main" id="{9376D799-CDF5-42E4-943F-2EE155E3F755}"/>
              </a:ext>
            </a:extLst>
          </p:cNvPr>
          <p:cNvSpPr/>
          <p:nvPr/>
        </p:nvSpPr>
        <p:spPr>
          <a:xfrm rot="411842">
            <a:off x="5431782" y="2030102"/>
            <a:ext cx="274320" cy="274320"/>
          </a:xfrm>
          <a:prstGeom prst="ellipse">
            <a:avLst/>
          </a:prstGeom>
          <a:solidFill>
            <a:srgbClr val="9FCE80"/>
          </a:solidFill>
          <a:ln w="19050"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1" name="Oval 470">
            <a:extLst>
              <a:ext uri="{FF2B5EF4-FFF2-40B4-BE49-F238E27FC236}">
                <a16:creationId xmlns:a16="http://schemas.microsoft.com/office/drawing/2014/main" id="{D7481C45-D80D-43BD-9A7D-11D759E72C20}"/>
              </a:ext>
            </a:extLst>
          </p:cNvPr>
          <p:cNvSpPr/>
          <p:nvPr/>
        </p:nvSpPr>
        <p:spPr>
          <a:xfrm rot="18211376">
            <a:off x="4910249" y="2028562"/>
            <a:ext cx="274320" cy="274320"/>
          </a:xfrm>
          <a:prstGeom prst="ellipse">
            <a:avLst/>
          </a:prstGeom>
          <a:solidFill>
            <a:srgbClr val="9FCE80"/>
          </a:solidFill>
          <a:ln w="19050"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2" name="Oval 471">
            <a:extLst>
              <a:ext uri="{FF2B5EF4-FFF2-40B4-BE49-F238E27FC236}">
                <a16:creationId xmlns:a16="http://schemas.microsoft.com/office/drawing/2014/main" id="{9EBD80D3-4D5A-4932-9F75-00EC8BE17BB3}"/>
              </a:ext>
            </a:extLst>
          </p:cNvPr>
          <p:cNvSpPr/>
          <p:nvPr/>
        </p:nvSpPr>
        <p:spPr>
          <a:xfrm rot="16587465">
            <a:off x="4510504" y="2028890"/>
            <a:ext cx="274320" cy="274320"/>
          </a:xfrm>
          <a:prstGeom prst="ellipse">
            <a:avLst/>
          </a:prstGeom>
          <a:solidFill>
            <a:srgbClr val="9FCE80"/>
          </a:solidFill>
          <a:ln w="19050"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3" name="Oval 472">
            <a:extLst>
              <a:ext uri="{FF2B5EF4-FFF2-40B4-BE49-F238E27FC236}">
                <a16:creationId xmlns:a16="http://schemas.microsoft.com/office/drawing/2014/main" id="{1BCB748B-D02C-4B33-90C2-4DD3BF42BB7E}"/>
              </a:ext>
            </a:extLst>
          </p:cNvPr>
          <p:cNvSpPr/>
          <p:nvPr/>
        </p:nvSpPr>
        <p:spPr>
          <a:xfrm rot="18352891">
            <a:off x="5419809" y="1639128"/>
            <a:ext cx="274320" cy="274320"/>
          </a:xfrm>
          <a:prstGeom prst="ellipse">
            <a:avLst/>
          </a:prstGeom>
          <a:solidFill>
            <a:srgbClr val="9FCE80"/>
          </a:solidFill>
          <a:ln w="19050"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4" name="Oval 473">
            <a:extLst>
              <a:ext uri="{FF2B5EF4-FFF2-40B4-BE49-F238E27FC236}">
                <a16:creationId xmlns:a16="http://schemas.microsoft.com/office/drawing/2014/main" id="{3A8B9961-5435-4101-A24B-4C2624514AB5}"/>
              </a:ext>
            </a:extLst>
          </p:cNvPr>
          <p:cNvSpPr/>
          <p:nvPr/>
        </p:nvSpPr>
        <p:spPr>
          <a:xfrm rot="2925442">
            <a:off x="4960473" y="1336168"/>
            <a:ext cx="274320" cy="274320"/>
          </a:xfrm>
          <a:prstGeom prst="ellipse">
            <a:avLst/>
          </a:prstGeom>
          <a:solidFill>
            <a:srgbClr val="9FCE80"/>
          </a:solidFill>
          <a:ln w="19050"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Rectangle 474">
            <a:extLst>
              <a:ext uri="{FF2B5EF4-FFF2-40B4-BE49-F238E27FC236}">
                <a16:creationId xmlns:a16="http://schemas.microsoft.com/office/drawing/2014/main" id="{4EA4EED1-3105-4ABB-99D6-9CDFA44B1FAF}"/>
              </a:ext>
            </a:extLst>
          </p:cNvPr>
          <p:cNvSpPr/>
          <p:nvPr/>
        </p:nvSpPr>
        <p:spPr>
          <a:xfrm>
            <a:off x="3948294" y="2642564"/>
            <a:ext cx="459378" cy="182949"/>
          </a:xfrm>
          <a:prstGeom prst="rect">
            <a:avLst/>
          </a:prstGeom>
          <a:solidFill>
            <a:schemeClr val="bg1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6" name="Rectangle 475">
            <a:extLst>
              <a:ext uri="{FF2B5EF4-FFF2-40B4-BE49-F238E27FC236}">
                <a16:creationId xmlns:a16="http://schemas.microsoft.com/office/drawing/2014/main" id="{311882DF-9918-41E1-864C-32329B05BDB9}"/>
              </a:ext>
            </a:extLst>
          </p:cNvPr>
          <p:cNvSpPr/>
          <p:nvPr/>
        </p:nvSpPr>
        <p:spPr>
          <a:xfrm>
            <a:off x="3948292" y="2460972"/>
            <a:ext cx="459378" cy="182949"/>
          </a:xfrm>
          <a:prstGeom prst="rect">
            <a:avLst/>
          </a:prstGeom>
          <a:solidFill>
            <a:srgbClr val="9FCE80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7" name="Rectangle 476">
            <a:extLst>
              <a:ext uri="{FF2B5EF4-FFF2-40B4-BE49-F238E27FC236}">
                <a16:creationId xmlns:a16="http://schemas.microsoft.com/office/drawing/2014/main" id="{1FDBADAC-443B-455F-ADDD-140710991BDE}"/>
              </a:ext>
            </a:extLst>
          </p:cNvPr>
          <p:cNvSpPr/>
          <p:nvPr/>
        </p:nvSpPr>
        <p:spPr>
          <a:xfrm>
            <a:off x="4404026" y="2642564"/>
            <a:ext cx="459378" cy="182949"/>
          </a:xfrm>
          <a:prstGeom prst="rect">
            <a:avLst/>
          </a:prstGeom>
          <a:solidFill>
            <a:schemeClr val="bg1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8" name="Rectangle 477">
            <a:extLst>
              <a:ext uri="{FF2B5EF4-FFF2-40B4-BE49-F238E27FC236}">
                <a16:creationId xmlns:a16="http://schemas.microsoft.com/office/drawing/2014/main" id="{3393C86E-542A-49A7-921E-E5188798F304}"/>
              </a:ext>
            </a:extLst>
          </p:cNvPr>
          <p:cNvSpPr/>
          <p:nvPr/>
        </p:nvSpPr>
        <p:spPr>
          <a:xfrm>
            <a:off x="4404024" y="2460972"/>
            <a:ext cx="459378" cy="182949"/>
          </a:xfrm>
          <a:prstGeom prst="rect">
            <a:avLst/>
          </a:prstGeom>
          <a:solidFill>
            <a:srgbClr val="9FCE80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9" name="Rectangle 478">
            <a:extLst>
              <a:ext uri="{FF2B5EF4-FFF2-40B4-BE49-F238E27FC236}">
                <a16:creationId xmlns:a16="http://schemas.microsoft.com/office/drawing/2014/main" id="{A9E232B5-9791-4F5F-9C25-0CF91D808243}"/>
              </a:ext>
            </a:extLst>
          </p:cNvPr>
          <p:cNvSpPr/>
          <p:nvPr/>
        </p:nvSpPr>
        <p:spPr>
          <a:xfrm>
            <a:off x="4859754" y="2642564"/>
            <a:ext cx="459378" cy="182949"/>
          </a:xfrm>
          <a:prstGeom prst="rect">
            <a:avLst/>
          </a:prstGeom>
          <a:solidFill>
            <a:schemeClr val="bg1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0" name="Rectangle 479">
            <a:extLst>
              <a:ext uri="{FF2B5EF4-FFF2-40B4-BE49-F238E27FC236}">
                <a16:creationId xmlns:a16="http://schemas.microsoft.com/office/drawing/2014/main" id="{0A5B80B1-F5BB-4E53-8255-BDFB49B0738A}"/>
              </a:ext>
            </a:extLst>
          </p:cNvPr>
          <p:cNvSpPr/>
          <p:nvPr/>
        </p:nvSpPr>
        <p:spPr>
          <a:xfrm>
            <a:off x="4859752" y="2460972"/>
            <a:ext cx="459378" cy="182949"/>
          </a:xfrm>
          <a:prstGeom prst="rect">
            <a:avLst/>
          </a:prstGeom>
          <a:solidFill>
            <a:srgbClr val="9FCE80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1" name="Rectangle 480">
            <a:extLst>
              <a:ext uri="{FF2B5EF4-FFF2-40B4-BE49-F238E27FC236}">
                <a16:creationId xmlns:a16="http://schemas.microsoft.com/office/drawing/2014/main" id="{20DDB73C-BD96-4F1D-AC53-4E7EFF3C2B09}"/>
              </a:ext>
            </a:extLst>
          </p:cNvPr>
          <p:cNvSpPr/>
          <p:nvPr/>
        </p:nvSpPr>
        <p:spPr>
          <a:xfrm>
            <a:off x="5315484" y="2642564"/>
            <a:ext cx="459378" cy="182949"/>
          </a:xfrm>
          <a:prstGeom prst="rect">
            <a:avLst/>
          </a:prstGeom>
          <a:solidFill>
            <a:schemeClr val="bg1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2" name="Rectangle 481">
            <a:extLst>
              <a:ext uri="{FF2B5EF4-FFF2-40B4-BE49-F238E27FC236}">
                <a16:creationId xmlns:a16="http://schemas.microsoft.com/office/drawing/2014/main" id="{7AEA9279-43C9-40AE-A655-82F443F0684D}"/>
              </a:ext>
            </a:extLst>
          </p:cNvPr>
          <p:cNvSpPr/>
          <p:nvPr/>
        </p:nvSpPr>
        <p:spPr>
          <a:xfrm>
            <a:off x="5315482" y="2460972"/>
            <a:ext cx="459378" cy="182949"/>
          </a:xfrm>
          <a:prstGeom prst="rect">
            <a:avLst/>
          </a:prstGeom>
          <a:solidFill>
            <a:srgbClr val="9FCE80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3" name="Rectangle 482">
            <a:extLst>
              <a:ext uri="{FF2B5EF4-FFF2-40B4-BE49-F238E27FC236}">
                <a16:creationId xmlns:a16="http://schemas.microsoft.com/office/drawing/2014/main" id="{23C2A886-3F02-47F3-8853-C223D608D40C}"/>
              </a:ext>
            </a:extLst>
          </p:cNvPr>
          <p:cNvSpPr/>
          <p:nvPr/>
        </p:nvSpPr>
        <p:spPr>
          <a:xfrm>
            <a:off x="5768958" y="2642564"/>
            <a:ext cx="459378" cy="182949"/>
          </a:xfrm>
          <a:prstGeom prst="rect">
            <a:avLst/>
          </a:prstGeom>
          <a:solidFill>
            <a:schemeClr val="bg1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4" name="Rectangle 483">
            <a:extLst>
              <a:ext uri="{FF2B5EF4-FFF2-40B4-BE49-F238E27FC236}">
                <a16:creationId xmlns:a16="http://schemas.microsoft.com/office/drawing/2014/main" id="{7CF00811-85CE-4E44-B801-459065A50F62}"/>
              </a:ext>
            </a:extLst>
          </p:cNvPr>
          <p:cNvSpPr/>
          <p:nvPr/>
        </p:nvSpPr>
        <p:spPr>
          <a:xfrm>
            <a:off x="5768956" y="2460972"/>
            <a:ext cx="459378" cy="182949"/>
          </a:xfrm>
          <a:prstGeom prst="rect">
            <a:avLst/>
          </a:prstGeom>
          <a:solidFill>
            <a:srgbClr val="9FCE80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5" name="Straight Arrow Connector 484">
            <a:extLst>
              <a:ext uri="{FF2B5EF4-FFF2-40B4-BE49-F238E27FC236}">
                <a16:creationId xmlns:a16="http://schemas.microsoft.com/office/drawing/2014/main" id="{6B80763C-9345-4872-9A90-D0CEBFC53D38}"/>
              </a:ext>
            </a:extLst>
          </p:cNvPr>
          <p:cNvCxnSpPr>
            <a:cxnSpLocks/>
            <a:stCxn id="470" idx="4"/>
            <a:endCxn id="481" idx="0"/>
          </p:cNvCxnSpPr>
          <p:nvPr/>
        </p:nvCxnSpPr>
        <p:spPr>
          <a:xfrm flipH="1">
            <a:off x="5545173" y="2303439"/>
            <a:ext cx="7377" cy="339125"/>
          </a:xfrm>
          <a:prstGeom prst="straightConnector1">
            <a:avLst/>
          </a:prstGeom>
          <a:ln w="19050">
            <a:solidFill>
              <a:srgbClr val="00583B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6" name="Straight Arrow Connector 485">
            <a:extLst>
              <a:ext uri="{FF2B5EF4-FFF2-40B4-BE49-F238E27FC236}">
                <a16:creationId xmlns:a16="http://schemas.microsoft.com/office/drawing/2014/main" id="{F3C71922-E537-42F2-AC8C-B1CE61B3F9F9}"/>
              </a:ext>
            </a:extLst>
          </p:cNvPr>
          <p:cNvCxnSpPr>
            <a:cxnSpLocks/>
            <a:stCxn id="468" idx="6"/>
            <a:endCxn id="483" idx="0"/>
          </p:cNvCxnSpPr>
          <p:nvPr/>
        </p:nvCxnSpPr>
        <p:spPr>
          <a:xfrm>
            <a:off x="5963107" y="2246457"/>
            <a:ext cx="35540" cy="396107"/>
          </a:xfrm>
          <a:prstGeom prst="straightConnector1">
            <a:avLst/>
          </a:prstGeom>
          <a:ln w="19050">
            <a:solidFill>
              <a:srgbClr val="00583B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7" name="Straight Arrow Connector 486">
            <a:extLst>
              <a:ext uri="{FF2B5EF4-FFF2-40B4-BE49-F238E27FC236}">
                <a16:creationId xmlns:a16="http://schemas.microsoft.com/office/drawing/2014/main" id="{32372425-7C09-46E0-AF58-1AAFB101A4FC}"/>
              </a:ext>
            </a:extLst>
          </p:cNvPr>
          <p:cNvCxnSpPr>
            <a:cxnSpLocks/>
            <a:stCxn id="469" idx="4"/>
            <a:endCxn id="475" idx="0"/>
          </p:cNvCxnSpPr>
          <p:nvPr/>
        </p:nvCxnSpPr>
        <p:spPr>
          <a:xfrm flipH="1">
            <a:off x="4177983" y="2247773"/>
            <a:ext cx="70879" cy="394791"/>
          </a:xfrm>
          <a:prstGeom prst="straightConnector1">
            <a:avLst/>
          </a:prstGeom>
          <a:ln w="19050">
            <a:solidFill>
              <a:srgbClr val="00583B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8" name="Straight Arrow Connector 487">
            <a:extLst>
              <a:ext uri="{FF2B5EF4-FFF2-40B4-BE49-F238E27FC236}">
                <a16:creationId xmlns:a16="http://schemas.microsoft.com/office/drawing/2014/main" id="{C13C827B-BDDA-4DC9-A95C-27A9995D26CE}"/>
              </a:ext>
            </a:extLst>
          </p:cNvPr>
          <p:cNvCxnSpPr>
            <a:cxnSpLocks/>
            <a:stCxn id="472" idx="2"/>
            <a:endCxn id="478" idx="2"/>
          </p:cNvCxnSpPr>
          <p:nvPr/>
        </p:nvCxnSpPr>
        <p:spPr>
          <a:xfrm>
            <a:off x="4632238" y="2302340"/>
            <a:ext cx="1475" cy="341581"/>
          </a:xfrm>
          <a:prstGeom prst="straightConnector1">
            <a:avLst/>
          </a:prstGeom>
          <a:ln w="19050">
            <a:solidFill>
              <a:srgbClr val="00583B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9" name="Straight Arrow Connector 488">
            <a:extLst>
              <a:ext uri="{FF2B5EF4-FFF2-40B4-BE49-F238E27FC236}">
                <a16:creationId xmlns:a16="http://schemas.microsoft.com/office/drawing/2014/main" id="{7415A05A-8C5C-4015-B91D-1BDD04BFB846}"/>
              </a:ext>
            </a:extLst>
          </p:cNvPr>
          <p:cNvCxnSpPr>
            <a:cxnSpLocks/>
            <a:stCxn id="471" idx="3"/>
            <a:endCxn id="479" idx="0"/>
          </p:cNvCxnSpPr>
          <p:nvPr/>
        </p:nvCxnSpPr>
        <p:spPr>
          <a:xfrm>
            <a:off x="5074701" y="2300140"/>
            <a:ext cx="14742" cy="342424"/>
          </a:xfrm>
          <a:prstGeom prst="straightConnector1">
            <a:avLst/>
          </a:prstGeom>
          <a:ln w="19050">
            <a:solidFill>
              <a:srgbClr val="00583B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0" name="Rectangle 489">
            <a:extLst>
              <a:ext uri="{FF2B5EF4-FFF2-40B4-BE49-F238E27FC236}">
                <a16:creationId xmlns:a16="http://schemas.microsoft.com/office/drawing/2014/main" id="{7C4D1AFB-B1CC-4952-850F-3BC3C2347241}"/>
              </a:ext>
            </a:extLst>
          </p:cNvPr>
          <p:cNvSpPr/>
          <p:nvPr/>
        </p:nvSpPr>
        <p:spPr>
          <a:xfrm>
            <a:off x="3948294" y="2824156"/>
            <a:ext cx="459378" cy="182949"/>
          </a:xfrm>
          <a:prstGeom prst="rect">
            <a:avLst/>
          </a:prstGeom>
          <a:solidFill>
            <a:schemeClr val="bg1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ABFC6AA6-4D77-4B60-92A6-03AC6F8D87AB}"/>
              </a:ext>
            </a:extLst>
          </p:cNvPr>
          <p:cNvSpPr/>
          <p:nvPr/>
        </p:nvSpPr>
        <p:spPr>
          <a:xfrm>
            <a:off x="4404026" y="2824156"/>
            <a:ext cx="459378" cy="182949"/>
          </a:xfrm>
          <a:prstGeom prst="rect">
            <a:avLst/>
          </a:prstGeom>
          <a:solidFill>
            <a:schemeClr val="bg1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9F372CE1-8AAB-498F-827D-F72A96DAF1AB}"/>
              </a:ext>
            </a:extLst>
          </p:cNvPr>
          <p:cNvSpPr/>
          <p:nvPr/>
        </p:nvSpPr>
        <p:spPr>
          <a:xfrm>
            <a:off x="4859754" y="2824156"/>
            <a:ext cx="459378" cy="182949"/>
          </a:xfrm>
          <a:prstGeom prst="rect">
            <a:avLst/>
          </a:prstGeom>
          <a:solidFill>
            <a:schemeClr val="bg1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2C670E00-B572-49FD-BBD9-CCDC065A4401}"/>
              </a:ext>
            </a:extLst>
          </p:cNvPr>
          <p:cNvSpPr/>
          <p:nvPr/>
        </p:nvSpPr>
        <p:spPr>
          <a:xfrm>
            <a:off x="5315484" y="2824156"/>
            <a:ext cx="459378" cy="182949"/>
          </a:xfrm>
          <a:prstGeom prst="rect">
            <a:avLst/>
          </a:prstGeom>
          <a:solidFill>
            <a:schemeClr val="bg1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7CF7FF66-14CE-466D-A5E6-9F67F0CD773D}"/>
              </a:ext>
            </a:extLst>
          </p:cNvPr>
          <p:cNvSpPr/>
          <p:nvPr/>
        </p:nvSpPr>
        <p:spPr>
          <a:xfrm>
            <a:off x="5768958" y="2824156"/>
            <a:ext cx="459378" cy="182949"/>
          </a:xfrm>
          <a:prstGeom prst="rect">
            <a:avLst/>
          </a:prstGeom>
          <a:solidFill>
            <a:schemeClr val="bg1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32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2AE6A73A-FBB6-47DC-AE5E-3FBAB014052D}"/>
              </a:ext>
            </a:extLst>
          </p:cNvPr>
          <p:cNvGrpSpPr/>
          <p:nvPr/>
        </p:nvGrpSpPr>
        <p:grpSpPr>
          <a:xfrm>
            <a:off x="3948292" y="1029975"/>
            <a:ext cx="2280044" cy="2287357"/>
            <a:chOff x="3948292" y="1029975"/>
            <a:chExt cx="2280044" cy="22873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52FE8E49-5513-4DB8-837F-34B21A12FC47}"/>
                </a:ext>
              </a:extLst>
            </p:cNvPr>
            <p:cNvCxnSpPr>
              <a:cxnSpLocks/>
            </p:cNvCxnSpPr>
            <p:nvPr/>
          </p:nvCxnSpPr>
          <p:spPr>
            <a:xfrm>
              <a:off x="4177981" y="1031332"/>
              <a:ext cx="0" cy="2286000"/>
            </a:xfrm>
            <a:prstGeom prst="line">
              <a:avLst/>
            </a:prstGeom>
            <a:ln w="12700">
              <a:solidFill>
                <a:srgbClr val="00583B"/>
              </a:solidFill>
              <a:headEnd type="none" w="med" len="med"/>
              <a:tailEnd type="arrow" w="med" len="med"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6A86B8E-2880-4E52-BD07-4F0CF4F5EC0E}"/>
                </a:ext>
              </a:extLst>
            </p:cNvPr>
            <p:cNvCxnSpPr>
              <a:cxnSpLocks/>
            </p:cNvCxnSpPr>
            <p:nvPr/>
          </p:nvCxnSpPr>
          <p:spPr>
            <a:xfrm>
              <a:off x="4633713" y="1029975"/>
              <a:ext cx="0" cy="2286000"/>
            </a:xfrm>
            <a:prstGeom prst="line">
              <a:avLst/>
            </a:prstGeom>
            <a:ln w="12700">
              <a:solidFill>
                <a:srgbClr val="00583B"/>
              </a:solidFill>
              <a:headEnd type="none" w="med" len="med"/>
              <a:tailEnd type="arrow" w="med" len="med"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1137AF2-A2D6-40B1-BED7-A994AF229EE0}"/>
                </a:ext>
              </a:extLst>
            </p:cNvPr>
            <p:cNvCxnSpPr>
              <a:cxnSpLocks/>
            </p:cNvCxnSpPr>
            <p:nvPr/>
          </p:nvCxnSpPr>
          <p:spPr>
            <a:xfrm>
              <a:off x="5089441" y="1029975"/>
              <a:ext cx="0" cy="2286000"/>
            </a:xfrm>
            <a:prstGeom prst="line">
              <a:avLst/>
            </a:prstGeom>
            <a:ln w="12700">
              <a:solidFill>
                <a:srgbClr val="00583B"/>
              </a:solidFill>
              <a:headEnd type="none" w="med" len="med"/>
              <a:tailEnd type="arrow" w="med" len="med"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4633ACE-22D0-4BD8-9C90-326C1CDF76FF}"/>
                </a:ext>
              </a:extLst>
            </p:cNvPr>
            <p:cNvCxnSpPr>
              <a:cxnSpLocks/>
            </p:cNvCxnSpPr>
            <p:nvPr/>
          </p:nvCxnSpPr>
          <p:spPr>
            <a:xfrm>
              <a:off x="5545171" y="1029975"/>
              <a:ext cx="0" cy="2286000"/>
            </a:xfrm>
            <a:prstGeom prst="line">
              <a:avLst/>
            </a:prstGeom>
            <a:ln w="12700">
              <a:solidFill>
                <a:srgbClr val="00583B"/>
              </a:solidFill>
              <a:headEnd type="none" w="med" len="med"/>
              <a:tailEnd type="arrow" w="med" len="med"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C6BF532-1CA5-40AA-B093-E89DCD5A6F86}"/>
                </a:ext>
              </a:extLst>
            </p:cNvPr>
            <p:cNvCxnSpPr>
              <a:cxnSpLocks/>
            </p:cNvCxnSpPr>
            <p:nvPr/>
          </p:nvCxnSpPr>
          <p:spPr>
            <a:xfrm>
              <a:off x="5998645" y="1029975"/>
              <a:ext cx="0" cy="2286000"/>
            </a:xfrm>
            <a:prstGeom prst="line">
              <a:avLst/>
            </a:prstGeom>
            <a:ln w="12700">
              <a:solidFill>
                <a:srgbClr val="00583B"/>
              </a:solidFill>
              <a:headEnd type="none" w="med" len="med"/>
              <a:tailEnd type="arrow" w="med" len="med"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E754DE2-E291-4131-965C-C964BDE3B91C}"/>
                </a:ext>
              </a:extLst>
            </p:cNvPr>
            <p:cNvCxnSpPr>
              <a:cxnSpLocks/>
              <a:stCxn id="16" idx="6"/>
              <a:endCxn id="23" idx="4"/>
            </p:cNvCxnSpPr>
            <p:nvPr/>
          </p:nvCxnSpPr>
          <p:spPr>
            <a:xfrm flipV="1">
              <a:off x="4819450" y="1563751"/>
              <a:ext cx="175049" cy="135571"/>
            </a:xfrm>
            <a:prstGeom prst="line">
              <a:avLst/>
            </a:prstGeom>
            <a:ln w="19050">
              <a:solidFill>
                <a:srgbClr val="0058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762393C-780D-48C3-B50B-019B26C5F05B}"/>
                </a:ext>
              </a:extLst>
            </p:cNvPr>
            <p:cNvCxnSpPr>
              <a:cxnSpLocks/>
              <a:stCxn id="23" idx="6"/>
              <a:endCxn id="22" idx="0"/>
            </p:cNvCxnSpPr>
            <p:nvPr/>
          </p:nvCxnSpPr>
          <p:spPr>
            <a:xfrm>
              <a:off x="5188056" y="1576462"/>
              <a:ext cx="257782" cy="119435"/>
            </a:xfrm>
            <a:prstGeom prst="line">
              <a:avLst/>
            </a:prstGeom>
            <a:ln w="19050">
              <a:solidFill>
                <a:srgbClr val="0058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DF95E1F-9249-499A-AFB8-B6582239CEE6}"/>
                </a:ext>
              </a:extLst>
            </p:cNvPr>
            <p:cNvCxnSpPr>
              <a:cxnSpLocks/>
              <a:stCxn id="22" idx="4"/>
              <a:endCxn id="17" idx="2"/>
            </p:cNvCxnSpPr>
            <p:nvPr/>
          </p:nvCxnSpPr>
          <p:spPr>
            <a:xfrm>
              <a:off x="5668100" y="1856679"/>
              <a:ext cx="187175" cy="137540"/>
            </a:xfrm>
            <a:prstGeom prst="line">
              <a:avLst/>
            </a:prstGeom>
            <a:ln w="19050">
              <a:solidFill>
                <a:srgbClr val="0058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AB16A60-C00C-45D9-B472-1CB6719349CB}"/>
                </a:ext>
              </a:extLst>
            </p:cNvPr>
            <p:cNvCxnSpPr>
              <a:cxnSpLocks/>
              <a:stCxn id="21" idx="6"/>
              <a:endCxn id="16" idx="3"/>
            </p:cNvCxnSpPr>
            <p:nvPr/>
          </p:nvCxnSpPr>
          <p:spPr>
            <a:xfrm flipV="1">
              <a:off x="4663090" y="1916206"/>
              <a:ext cx="25240" cy="113554"/>
            </a:xfrm>
            <a:prstGeom prst="line">
              <a:avLst/>
            </a:prstGeom>
            <a:ln w="19050">
              <a:solidFill>
                <a:srgbClr val="0058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946ABF3-B3F7-49B2-A3CC-4BB28755502B}"/>
                </a:ext>
              </a:extLst>
            </p:cNvPr>
            <p:cNvCxnSpPr>
              <a:cxnSpLocks/>
              <a:stCxn id="20" idx="7"/>
              <a:endCxn id="16" idx="4"/>
            </p:cNvCxnSpPr>
            <p:nvPr/>
          </p:nvCxnSpPr>
          <p:spPr>
            <a:xfrm flipH="1" flipV="1">
              <a:off x="4790258" y="1891086"/>
              <a:ext cx="229859" cy="140218"/>
            </a:xfrm>
            <a:prstGeom prst="line">
              <a:avLst/>
            </a:prstGeom>
            <a:ln w="19050">
              <a:solidFill>
                <a:srgbClr val="0058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F55901B-45BC-430F-B3FB-197666DBB4DF}"/>
                </a:ext>
              </a:extLst>
            </p:cNvPr>
            <p:cNvCxnSpPr>
              <a:cxnSpLocks/>
              <a:stCxn id="19" idx="0"/>
              <a:endCxn id="22" idx="3"/>
            </p:cNvCxnSpPr>
            <p:nvPr/>
          </p:nvCxnSpPr>
          <p:spPr>
            <a:xfrm flipH="1" flipV="1">
              <a:off x="5578706" y="1911715"/>
              <a:ext cx="6628" cy="119370"/>
            </a:xfrm>
            <a:prstGeom prst="line">
              <a:avLst/>
            </a:prstGeom>
            <a:ln w="19050">
              <a:solidFill>
                <a:srgbClr val="0058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A0AC3FA-54DA-4223-AB4C-76F1A449BCFC}"/>
                </a:ext>
              </a:extLst>
            </p:cNvPr>
            <p:cNvCxnSpPr>
              <a:cxnSpLocks/>
              <a:stCxn id="18" idx="7"/>
              <a:endCxn id="16" idx="2"/>
            </p:cNvCxnSpPr>
            <p:nvPr/>
          </p:nvCxnSpPr>
          <p:spPr>
            <a:xfrm flipV="1">
              <a:off x="4391326" y="1861894"/>
              <a:ext cx="207168" cy="176272"/>
            </a:xfrm>
            <a:prstGeom prst="line">
              <a:avLst/>
            </a:prstGeom>
            <a:ln w="19050">
              <a:solidFill>
                <a:srgbClr val="0058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80D879A-BEAF-453F-A7FE-84A8B3D64942}"/>
                </a:ext>
              </a:extLst>
            </p:cNvPr>
            <p:cNvSpPr/>
            <p:nvPr/>
          </p:nvSpPr>
          <p:spPr>
            <a:xfrm rot="19419334">
              <a:off x="4571812" y="1643448"/>
              <a:ext cx="274320" cy="274320"/>
            </a:xfrm>
            <a:prstGeom prst="ellipse">
              <a:avLst/>
            </a:prstGeom>
            <a:solidFill>
              <a:srgbClr val="9FCE80"/>
            </a:solidFill>
            <a:ln w="19050">
              <a:solidFill>
                <a:srgbClr val="0058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C5F3977-5A05-4CC1-B022-11C9801176A2}"/>
                </a:ext>
              </a:extLst>
            </p:cNvPr>
            <p:cNvSpPr/>
            <p:nvPr/>
          </p:nvSpPr>
          <p:spPr>
            <a:xfrm rot="4011202">
              <a:off x="5772031" y="1983178"/>
              <a:ext cx="274320" cy="274320"/>
            </a:xfrm>
            <a:prstGeom prst="ellipse">
              <a:avLst/>
            </a:prstGeom>
            <a:solidFill>
              <a:srgbClr val="9FCE80"/>
            </a:solidFill>
            <a:ln w="19050">
              <a:solidFill>
                <a:srgbClr val="0058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5E67972-6770-4CBE-92AC-3201044D2FF0}"/>
                </a:ext>
              </a:extLst>
            </p:cNvPr>
            <p:cNvSpPr/>
            <p:nvPr/>
          </p:nvSpPr>
          <p:spPr>
            <a:xfrm rot="702175">
              <a:off x="4139523" y="1976304"/>
              <a:ext cx="274320" cy="274320"/>
            </a:xfrm>
            <a:prstGeom prst="ellipse">
              <a:avLst/>
            </a:prstGeom>
            <a:solidFill>
              <a:srgbClr val="9FCE80"/>
            </a:solidFill>
            <a:ln w="19050">
              <a:solidFill>
                <a:srgbClr val="0058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15C444C-5803-471C-B2DE-95FA7E85A24F}"/>
                </a:ext>
              </a:extLst>
            </p:cNvPr>
            <p:cNvSpPr/>
            <p:nvPr/>
          </p:nvSpPr>
          <p:spPr>
            <a:xfrm rot="411842">
              <a:off x="5431782" y="2030102"/>
              <a:ext cx="274320" cy="274320"/>
            </a:xfrm>
            <a:prstGeom prst="ellipse">
              <a:avLst/>
            </a:prstGeom>
            <a:solidFill>
              <a:srgbClr val="9FCE80"/>
            </a:solidFill>
            <a:ln w="19050">
              <a:solidFill>
                <a:srgbClr val="0058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136C07B-4191-4E8C-9EE3-EDB0A9024FD9}"/>
                </a:ext>
              </a:extLst>
            </p:cNvPr>
            <p:cNvSpPr/>
            <p:nvPr/>
          </p:nvSpPr>
          <p:spPr>
            <a:xfrm rot="18211376">
              <a:off x="4910249" y="2028562"/>
              <a:ext cx="274320" cy="274320"/>
            </a:xfrm>
            <a:prstGeom prst="ellipse">
              <a:avLst/>
            </a:prstGeom>
            <a:solidFill>
              <a:srgbClr val="9FCE80"/>
            </a:solidFill>
            <a:ln w="19050">
              <a:solidFill>
                <a:srgbClr val="0058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4DBE710-A577-44EE-A12E-48CC0FB40AB4}"/>
                </a:ext>
              </a:extLst>
            </p:cNvPr>
            <p:cNvSpPr/>
            <p:nvPr/>
          </p:nvSpPr>
          <p:spPr>
            <a:xfrm rot="16587465">
              <a:off x="4510504" y="2028890"/>
              <a:ext cx="274320" cy="274320"/>
            </a:xfrm>
            <a:prstGeom prst="ellipse">
              <a:avLst/>
            </a:prstGeom>
            <a:solidFill>
              <a:srgbClr val="9FCE80"/>
            </a:solidFill>
            <a:ln w="19050">
              <a:solidFill>
                <a:srgbClr val="0058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920A22A-8162-4A45-8E66-01CC8E796C36}"/>
                </a:ext>
              </a:extLst>
            </p:cNvPr>
            <p:cNvSpPr/>
            <p:nvPr/>
          </p:nvSpPr>
          <p:spPr>
            <a:xfrm rot="18352891">
              <a:off x="5419809" y="1639128"/>
              <a:ext cx="274320" cy="274320"/>
            </a:xfrm>
            <a:prstGeom prst="ellipse">
              <a:avLst/>
            </a:prstGeom>
            <a:solidFill>
              <a:srgbClr val="9FCE80"/>
            </a:solidFill>
            <a:ln w="19050">
              <a:solidFill>
                <a:srgbClr val="0058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119BB74F-C7B5-4CF2-9243-1AB40E10A8CA}"/>
                </a:ext>
              </a:extLst>
            </p:cNvPr>
            <p:cNvSpPr/>
            <p:nvPr/>
          </p:nvSpPr>
          <p:spPr>
            <a:xfrm rot="2925442">
              <a:off x="4960473" y="1336168"/>
              <a:ext cx="274320" cy="274320"/>
            </a:xfrm>
            <a:prstGeom prst="ellipse">
              <a:avLst/>
            </a:prstGeom>
            <a:solidFill>
              <a:srgbClr val="9FCE80"/>
            </a:solidFill>
            <a:ln w="19050">
              <a:solidFill>
                <a:srgbClr val="0058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0550C95-A64C-437B-A58F-2D924BA2FBD3}"/>
                </a:ext>
              </a:extLst>
            </p:cNvPr>
            <p:cNvSpPr/>
            <p:nvPr/>
          </p:nvSpPr>
          <p:spPr>
            <a:xfrm>
              <a:off x="3948294" y="2642564"/>
              <a:ext cx="459378" cy="18294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58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1388476-22A1-42D9-A1A7-5C83C6C9E384}"/>
                </a:ext>
              </a:extLst>
            </p:cNvPr>
            <p:cNvSpPr/>
            <p:nvPr/>
          </p:nvSpPr>
          <p:spPr>
            <a:xfrm>
              <a:off x="3948292" y="2460972"/>
              <a:ext cx="459378" cy="182949"/>
            </a:xfrm>
            <a:prstGeom prst="rect">
              <a:avLst/>
            </a:prstGeom>
            <a:solidFill>
              <a:srgbClr val="9FCE80"/>
            </a:solidFill>
            <a:ln>
              <a:solidFill>
                <a:srgbClr val="0058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DFB282-D440-4FB7-80E2-C11E6D430882}"/>
                </a:ext>
              </a:extLst>
            </p:cNvPr>
            <p:cNvSpPr/>
            <p:nvPr/>
          </p:nvSpPr>
          <p:spPr>
            <a:xfrm>
              <a:off x="4404026" y="2642564"/>
              <a:ext cx="459378" cy="18294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58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62F3AB4-58CD-4630-A8C2-50A9E68510EC}"/>
                </a:ext>
              </a:extLst>
            </p:cNvPr>
            <p:cNvSpPr/>
            <p:nvPr/>
          </p:nvSpPr>
          <p:spPr>
            <a:xfrm>
              <a:off x="4404024" y="2460972"/>
              <a:ext cx="459378" cy="182949"/>
            </a:xfrm>
            <a:prstGeom prst="rect">
              <a:avLst/>
            </a:prstGeom>
            <a:solidFill>
              <a:srgbClr val="9FCE80"/>
            </a:solidFill>
            <a:ln>
              <a:solidFill>
                <a:srgbClr val="0058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B176EDD-97AF-4E04-A853-6414E843B15E}"/>
                </a:ext>
              </a:extLst>
            </p:cNvPr>
            <p:cNvSpPr/>
            <p:nvPr/>
          </p:nvSpPr>
          <p:spPr>
            <a:xfrm>
              <a:off x="4859754" y="2642564"/>
              <a:ext cx="459378" cy="18294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58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12FBAE1-82D5-45EA-A6A0-0B4320A3FF77}"/>
                </a:ext>
              </a:extLst>
            </p:cNvPr>
            <p:cNvSpPr/>
            <p:nvPr/>
          </p:nvSpPr>
          <p:spPr>
            <a:xfrm>
              <a:off x="4859752" y="2460972"/>
              <a:ext cx="459378" cy="182949"/>
            </a:xfrm>
            <a:prstGeom prst="rect">
              <a:avLst/>
            </a:prstGeom>
            <a:solidFill>
              <a:srgbClr val="9FCE80"/>
            </a:solidFill>
            <a:ln>
              <a:solidFill>
                <a:srgbClr val="0058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D202CFF-22A6-40C1-BEF9-79BEDFA2732D}"/>
                </a:ext>
              </a:extLst>
            </p:cNvPr>
            <p:cNvSpPr/>
            <p:nvPr/>
          </p:nvSpPr>
          <p:spPr>
            <a:xfrm>
              <a:off x="5315484" y="2642564"/>
              <a:ext cx="459378" cy="18294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58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D6F57C9-A972-4558-82FD-8EDDADE65887}"/>
                </a:ext>
              </a:extLst>
            </p:cNvPr>
            <p:cNvSpPr/>
            <p:nvPr/>
          </p:nvSpPr>
          <p:spPr>
            <a:xfrm>
              <a:off x="5315482" y="2460972"/>
              <a:ext cx="459378" cy="182949"/>
            </a:xfrm>
            <a:prstGeom prst="rect">
              <a:avLst/>
            </a:prstGeom>
            <a:solidFill>
              <a:srgbClr val="9FCE80"/>
            </a:solidFill>
            <a:ln>
              <a:solidFill>
                <a:srgbClr val="0058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7D50D17-C852-4522-9DD8-E6F87643610E}"/>
                </a:ext>
              </a:extLst>
            </p:cNvPr>
            <p:cNvSpPr/>
            <p:nvPr/>
          </p:nvSpPr>
          <p:spPr>
            <a:xfrm>
              <a:off x="5768958" y="2642564"/>
              <a:ext cx="459378" cy="18294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58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0A708F9-E296-46AF-86E9-C45F18BD8596}"/>
                </a:ext>
              </a:extLst>
            </p:cNvPr>
            <p:cNvSpPr/>
            <p:nvPr/>
          </p:nvSpPr>
          <p:spPr>
            <a:xfrm>
              <a:off x="5768956" y="2460972"/>
              <a:ext cx="459378" cy="182949"/>
            </a:xfrm>
            <a:prstGeom prst="rect">
              <a:avLst/>
            </a:prstGeom>
            <a:solidFill>
              <a:srgbClr val="9FCE80"/>
            </a:solidFill>
            <a:ln>
              <a:solidFill>
                <a:srgbClr val="0058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8A28B87-8C96-4DD0-B0AC-D2B00697417E}"/>
                </a:ext>
              </a:extLst>
            </p:cNvPr>
            <p:cNvCxnSpPr>
              <a:cxnSpLocks/>
              <a:stCxn id="19" idx="4"/>
              <a:endCxn id="30" idx="0"/>
            </p:cNvCxnSpPr>
            <p:nvPr/>
          </p:nvCxnSpPr>
          <p:spPr>
            <a:xfrm flipH="1">
              <a:off x="5545173" y="2303439"/>
              <a:ext cx="7377" cy="339125"/>
            </a:xfrm>
            <a:prstGeom prst="straightConnector1">
              <a:avLst/>
            </a:prstGeom>
            <a:ln w="19050">
              <a:solidFill>
                <a:srgbClr val="00583B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EDA7312D-A29E-42F3-A346-96085A60C4CC}"/>
                </a:ext>
              </a:extLst>
            </p:cNvPr>
            <p:cNvCxnSpPr>
              <a:cxnSpLocks/>
              <a:stCxn id="17" idx="6"/>
              <a:endCxn id="32" idx="0"/>
            </p:cNvCxnSpPr>
            <p:nvPr/>
          </p:nvCxnSpPr>
          <p:spPr>
            <a:xfrm>
              <a:off x="5963107" y="2246457"/>
              <a:ext cx="35540" cy="396107"/>
            </a:xfrm>
            <a:prstGeom prst="straightConnector1">
              <a:avLst/>
            </a:prstGeom>
            <a:ln w="19050">
              <a:solidFill>
                <a:srgbClr val="00583B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DBDFD6E7-483E-41B4-BFCD-49154B01ED94}"/>
                </a:ext>
              </a:extLst>
            </p:cNvPr>
            <p:cNvCxnSpPr>
              <a:cxnSpLocks/>
              <a:stCxn id="18" idx="4"/>
              <a:endCxn id="24" idx="0"/>
            </p:cNvCxnSpPr>
            <p:nvPr/>
          </p:nvCxnSpPr>
          <p:spPr>
            <a:xfrm flipH="1">
              <a:off x="4177983" y="2247773"/>
              <a:ext cx="70879" cy="394791"/>
            </a:xfrm>
            <a:prstGeom prst="straightConnector1">
              <a:avLst/>
            </a:prstGeom>
            <a:ln w="19050">
              <a:solidFill>
                <a:srgbClr val="00583B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3C4C9107-9AA0-475B-A83A-F1F13B52022A}"/>
                </a:ext>
              </a:extLst>
            </p:cNvPr>
            <p:cNvCxnSpPr>
              <a:cxnSpLocks/>
              <a:stCxn id="21" idx="2"/>
              <a:endCxn id="27" idx="2"/>
            </p:cNvCxnSpPr>
            <p:nvPr/>
          </p:nvCxnSpPr>
          <p:spPr>
            <a:xfrm>
              <a:off x="4632238" y="2302340"/>
              <a:ext cx="1475" cy="341581"/>
            </a:xfrm>
            <a:prstGeom prst="straightConnector1">
              <a:avLst/>
            </a:prstGeom>
            <a:ln w="19050">
              <a:solidFill>
                <a:srgbClr val="00583B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75747B43-E58D-42CE-B435-D8ABF355776C}"/>
                </a:ext>
              </a:extLst>
            </p:cNvPr>
            <p:cNvCxnSpPr>
              <a:cxnSpLocks/>
              <a:stCxn id="20" idx="3"/>
              <a:endCxn id="28" idx="0"/>
            </p:cNvCxnSpPr>
            <p:nvPr/>
          </p:nvCxnSpPr>
          <p:spPr>
            <a:xfrm>
              <a:off x="5074701" y="2300140"/>
              <a:ext cx="14742" cy="342424"/>
            </a:xfrm>
            <a:prstGeom prst="straightConnector1">
              <a:avLst/>
            </a:prstGeom>
            <a:ln w="19050">
              <a:solidFill>
                <a:srgbClr val="00583B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D1E34705-1592-4151-9702-FA76E87F2A6C}"/>
                </a:ext>
              </a:extLst>
            </p:cNvPr>
            <p:cNvSpPr/>
            <p:nvPr/>
          </p:nvSpPr>
          <p:spPr>
            <a:xfrm>
              <a:off x="3948294" y="2824156"/>
              <a:ext cx="459378" cy="18294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58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0D8FAE6-9AB1-47E8-8B1D-88341D99715F}"/>
                </a:ext>
              </a:extLst>
            </p:cNvPr>
            <p:cNvSpPr/>
            <p:nvPr/>
          </p:nvSpPr>
          <p:spPr>
            <a:xfrm>
              <a:off x="4404026" y="2824156"/>
              <a:ext cx="459378" cy="18294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58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989618C1-6B54-47ED-B693-B5C590DE20F3}"/>
                </a:ext>
              </a:extLst>
            </p:cNvPr>
            <p:cNvSpPr/>
            <p:nvPr/>
          </p:nvSpPr>
          <p:spPr>
            <a:xfrm>
              <a:off x="4859754" y="2824156"/>
              <a:ext cx="459378" cy="18294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58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65BA4B8-B58C-42A0-9236-F1C4E0307950}"/>
                </a:ext>
              </a:extLst>
            </p:cNvPr>
            <p:cNvSpPr/>
            <p:nvPr/>
          </p:nvSpPr>
          <p:spPr>
            <a:xfrm>
              <a:off x="5315484" y="2824156"/>
              <a:ext cx="459378" cy="18294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58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6952A152-45ED-44D8-9F18-9380EEBBE3C9}"/>
                </a:ext>
              </a:extLst>
            </p:cNvPr>
            <p:cNvSpPr/>
            <p:nvPr/>
          </p:nvSpPr>
          <p:spPr>
            <a:xfrm>
              <a:off x="5768958" y="2824156"/>
              <a:ext cx="459378" cy="18294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58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179D4E5-5B57-4F61-80DD-A1DD9608AAAC}"/>
              </a:ext>
            </a:extLst>
          </p:cNvPr>
          <p:cNvGrpSpPr/>
          <p:nvPr/>
        </p:nvGrpSpPr>
        <p:grpSpPr>
          <a:xfrm>
            <a:off x="946120" y="985525"/>
            <a:ext cx="2280044" cy="2287357"/>
            <a:chOff x="946120" y="985525"/>
            <a:chExt cx="2280044" cy="2287357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457CF80-B1CB-42F9-9C1D-6E9BD983E601}"/>
                </a:ext>
              </a:extLst>
            </p:cNvPr>
            <p:cNvCxnSpPr>
              <a:cxnSpLocks/>
            </p:cNvCxnSpPr>
            <p:nvPr/>
          </p:nvCxnSpPr>
          <p:spPr>
            <a:xfrm>
              <a:off x="1175809" y="986882"/>
              <a:ext cx="0" cy="2286000"/>
            </a:xfrm>
            <a:prstGeom prst="line">
              <a:avLst/>
            </a:prstGeom>
            <a:ln w="28575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B0D58263-9D1C-4017-9758-A56BA879C380}"/>
                </a:ext>
              </a:extLst>
            </p:cNvPr>
            <p:cNvCxnSpPr>
              <a:cxnSpLocks/>
            </p:cNvCxnSpPr>
            <p:nvPr/>
          </p:nvCxnSpPr>
          <p:spPr>
            <a:xfrm>
              <a:off x="1631541" y="985525"/>
              <a:ext cx="0" cy="2286000"/>
            </a:xfrm>
            <a:prstGeom prst="line">
              <a:avLst/>
            </a:prstGeom>
            <a:ln w="28575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7E136362-4F7F-44DA-A94B-6F2FCDCE94CA}"/>
                </a:ext>
              </a:extLst>
            </p:cNvPr>
            <p:cNvCxnSpPr>
              <a:cxnSpLocks/>
            </p:cNvCxnSpPr>
            <p:nvPr/>
          </p:nvCxnSpPr>
          <p:spPr>
            <a:xfrm>
              <a:off x="2087269" y="985525"/>
              <a:ext cx="0" cy="2286000"/>
            </a:xfrm>
            <a:prstGeom prst="line">
              <a:avLst/>
            </a:prstGeom>
            <a:ln w="28575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FBE13BDB-D680-470E-80F0-CCE51D0DDCC3}"/>
                </a:ext>
              </a:extLst>
            </p:cNvPr>
            <p:cNvCxnSpPr>
              <a:cxnSpLocks/>
            </p:cNvCxnSpPr>
            <p:nvPr/>
          </p:nvCxnSpPr>
          <p:spPr>
            <a:xfrm>
              <a:off x="2542999" y="985525"/>
              <a:ext cx="0" cy="2286000"/>
            </a:xfrm>
            <a:prstGeom prst="line">
              <a:avLst/>
            </a:prstGeom>
            <a:ln w="28575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D8637D10-CA07-4C5D-8CE4-26A7EE7AB403}"/>
                </a:ext>
              </a:extLst>
            </p:cNvPr>
            <p:cNvCxnSpPr>
              <a:cxnSpLocks/>
            </p:cNvCxnSpPr>
            <p:nvPr/>
          </p:nvCxnSpPr>
          <p:spPr>
            <a:xfrm>
              <a:off x="2996473" y="985525"/>
              <a:ext cx="0" cy="2286000"/>
            </a:xfrm>
            <a:prstGeom prst="line">
              <a:avLst/>
            </a:prstGeom>
            <a:ln w="28575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9880A8FE-076E-4787-B1C9-368A9B27CF73}"/>
                </a:ext>
              </a:extLst>
            </p:cNvPr>
            <p:cNvCxnSpPr>
              <a:cxnSpLocks/>
              <a:stCxn id="58" idx="6"/>
              <a:endCxn id="65" idx="4"/>
            </p:cNvCxnSpPr>
            <p:nvPr/>
          </p:nvCxnSpPr>
          <p:spPr>
            <a:xfrm flipV="1">
              <a:off x="1817278" y="1557401"/>
              <a:ext cx="175049" cy="135571"/>
            </a:xfrm>
            <a:prstGeom prst="line">
              <a:avLst/>
            </a:prstGeom>
            <a:ln w="19050">
              <a:solidFill>
                <a:srgbClr val="0058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E7B45C02-2CC3-4A05-8FB0-42AD5407776B}"/>
                </a:ext>
              </a:extLst>
            </p:cNvPr>
            <p:cNvCxnSpPr>
              <a:cxnSpLocks/>
              <a:stCxn id="65" idx="6"/>
              <a:endCxn id="64" idx="0"/>
            </p:cNvCxnSpPr>
            <p:nvPr/>
          </p:nvCxnSpPr>
          <p:spPr>
            <a:xfrm>
              <a:off x="2185884" y="1570112"/>
              <a:ext cx="257782" cy="119435"/>
            </a:xfrm>
            <a:prstGeom prst="line">
              <a:avLst/>
            </a:prstGeom>
            <a:ln w="19050">
              <a:solidFill>
                <a:srgbClr val="0058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4F03891B-8582-4F3B-816C-010E783AA1E1}"/>
                </a:ext>
              </a:extLst>
            </p:cNvPr>
            <p:cNvCxnSpPr>
              <a:cxnSpLocks/>
              <a:stCxn id="64" idx="4"/>
              <a:endCxn id="59" idx="2"/>
            </p:cNvCxnSpPr>
            <p:nvPr/>
          </p:nvCxnSpPr>
          <p:spPr>
            <a:xfrm>
              <a:off x="2665928" y="1850329"/>
              <a:ext cx="187175" cy="137540"/>
            </a:xfrm>
            <a:prstGeom prst="line">
              <a:avLst/>
            </a:prstGeom>
            <a:ln w="19050">
              <a:solidFill>
                <a:srgbClr val="0058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F2D6BFFE-C597-4685-BE82-C7EDE3CF8BA2}"/>
                </a:ext>
              </a:extLst>
            </p:cNvPr>
            <p:cNvCxnSpPr>
              <a:cxnSpLocks/>
              <a:stCxn id="63" idx="6"/>
              <a:endCxn id="58" idx="3"/>
            </p:cNvCxnSpPr>
            <p:nvPr/>
          </p:nvCxnSpPr>
          <p:spPr>
            <a:xfrm flipV="1">
              <a:off x="1660918" y="1909856"/>
              <a:ext cx="25240" cy="113554"/>
            </a:xfrm>
            <a:prstGeom prst="line">
              <a:avLst/>
            </a:prstGeom>
            <a:ln w="19050">
              <a:solidFill>
                <a:srgbClr val="0058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62433A08-1F94-4FCB-9060-90BC837B9B3F}"/>
                </a:ext>
              </a:extLst>
            </p:cNvPr>
            <p:cNvCxnSpPr>
              <a:cxnSpLocks/>
              <a:stCxn id="62" idx="7"/>
              <a:endCxn id="58" idx="4"/>
            </p:cNvCxnSpPr>
            <p:nvPr/>
          </p:nvCxnSpPr>
          <p:spPr>
            <a:xfrm flipH="1" flipV="1">
              <a:off x="1788086" y="1884736"/>
              <a:ext cx="229859" cy="140218"/>
            </a:xfrm>
            <a:prstGeom prst="line">
              <a:avLst/>
            </a:prstGeom>
            <a:ln w="19050">
              <a:solidFill>
                <a:srgbClr val="0058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E0A157F0-B6FD-4617-9628-461FC028DC85}"/>
                </a:ext>
              </a:extLst>
            </p:cNvPr>
            <p:cNvCxnSpPr>
              <a:cxnSpLocks/>
              <a:stCxn id="61" idx="0"/>
              <a:endCxn id="64" idx="3"/>
            </p:cNvCxnSpPr>
            <p:nvPr/>
          </p:nvCxnSpPr>
          <p:spPr>
            <a:xfrm flipH="1" flipV="1">
              <a:off x="2576534" y="1905365"/>
              <a:ext cx="6628" cy="119370"/>
            </a:xfrm>
            <a:prstGeom prst="line">
              <a:avLst/>
            </a:prstGeom>
            <a:ln w="19050">
              <a:solidFill>
                <a:srgbClr val="0058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5A41E9D9-7B92-47E9-AA50-6A48EF09608C}"/>
                </a:ext>
              </a:extLst>
            </p:cNvPr>
            <p:cNvCxnSpPr>
              <a:cxnSpLocks/>
              <a:stCxn id="60" idx="7"/>
              <a:endCxn id="58" idx="2"/>
            </p:cNvCxnSpPr>
            <p:nvPr/>
          </p:nvCxnSpPr>
          <p:spPr>
            <a:xfrm flipV="1">
              <a:off x="1389154" y="1855544"/>
              <a:ext cx="207168" cy="176272"/>
            </a:xfrm>
            <a:prstGeom prst="line">
              <a:avLst/>
            </a:prstGeom>
            <a:ln w="19050">
              <a:solidFill>
                <a:srgbClr val="0058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44BEC0B7-6689-49D3-9134-E0B9B88E7156}"/>
                </a:ext>
              </a:extLst>
            </p:cNvPr>
            <p:cNvSpPr/>
            <p:nvPr/>
          </p:nvSpPr>
          <p:spPr>
            <a:xfrm rot="19419334">
              <a:off x="1569640" y="1637098"/>
              <a:ext cx="274320" cy="274320"/>
            </a:xfrm>
            <a:prstGeom prst="ellipse">
              <a:avLst/>
            </a:prstGeom>
            <a:solidFill>
              <a:srgbClr val="9FCE80"/>
            </a:solidFill>
            <a:ln w="19050">
              <a:solidFill>
                <a:srgbClr val="0058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C5DBBA09-25B6-42A1-839D-03D85FB0DCAD}"/>
                </a:ext>
              </a:extLst>
            </p:cNvPr>
            <p:cNvSpPr/>
            <p:nvPr/>
          </p:nvSpPr>
          <p:spPr>
            <a:xfrm rot="4011202">
              <a:off x="2769859" y="1976828"/>
              <a:ext cx="274320" cy="274320"/>
            </a:xfrm>
            <a:prstGeom prst="ellipse">
              <a:avLst/>
            </a:prstGeom>
            <a:solidFill>
              <a:srgbClr val="9FCE80"/>
            </a:solidFill>
            <a:ln w="19050">
              <a:solidFill>
                <a:srgbClr val="0058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EEF035F6-6832-4673-BD95-4F2D7F9DC77E}"/>
                </a:ext>
              </a:extLst>
            </p:cNvPr>
            <p:cNvSpPr/>
            <p:nvPr/>
          </p:nvSpPr>
          <p:spPr>
            <a:xfrm rot="702175">
              <a:off x="1137351" y="1969954"/>
              <a:ext cx="274320" cy="274320"/>
            </a:xfrm>
            <a:prstGeom prst="ellipse">
              <a:avLst/>
            </a:prstGeom>
            <a:solidFill>
              <a:srgbClr val="9FCE80"/>
            </a:solidFill>
            <a:ln w="19050">
              <a:solidFill>
                <a:srgbClr val="0058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972564E4-F6E5-4BBD-80CD-336A04D126C0}"/>
                </a:ext>
              </a:extLst>
            </p:cNvPr>
            <p:cNvSpPr/>
            <p:nvPr/>
          </p:nvSpPr>
          <p:spPr>
            <a:xfrm rot="411842">
              <a:off x="2429610" y="2023752"/>
              <a:ext cx="274320" cy="274320"/>
            </a:xfrm>
            <a:prstGeom prst="ellipse">
              <a:avLst/>
            </a:prstGeom>
            <a:solidFill>
              <a:srgbClr val="9FCE80"/>
            </a:solidFill>
            <a:ln w="19050">
              <a:solidFill>
                <a:srgbClr val="0058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52699DE8-052C-4942-8E48-D0A63E64C062}"/>
                </a:ext>
              </a:extLst>
            </p:cNvPr>
            <p:cNvSpPr/>
            <p:nvPr/>
          </p:nvSpPr>
          <p:spPr>
            <a:xfrm rot="18211376">
              <a:off x="1908077" y="2022212"/>
              <a:ext cx="274320" cy="274320"/>
            </a:xfrm>
            <a:prstGeom prst="ellipse">
              <a:avLst/>
            </a:prstGeom>
            <a:solidFill>
              <a:srgbClr val="9FCE80"/>
            </a:solidFill>
            <a:ln w="19050">
              <a:solidFill>
                <a:srgbClr val="0058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FAC05E84-8A03-450B-B5CC-587C89924BC9}"/>
                </a:ext>
              </a:extLst>
            </p:cNvPr>
            <p:cNvSpPr/>
            <p:nvPr/>
          </p:nvSpPr>
          <p:spPr>
            <a:xfrm rot="16587465">
              <a:off x="1508332" y="2022540"/>
              <a:ext cx="274320" cy="274320"/>
            </a:xfrm>
            <a:prstGeom prst="ellipse">
              <a:avLst/>
            </a:prstGeom>
            <a:solidFill>
              <a:srgbClr val="9FCE80"/>
            </a:solidFill>
            <a:ln w="19050">
              <a:solidFill>
                <a:srgbClr val="0058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246B5001-5C3A-4157-B0AA-8A35C0B08129}"/>
                </a:ext>
              </a:extLst>
            </p:cNvPr>
            <p:cNvSpPr/>
            <p:nvPr/>
          </p:nvSpPr>
          <p:spPr>
            <a:xfrm rot="18352891">
              <a:off x="2417637" y="1632778"/>
              <a:ext cx="274320" cy="274320"/>
            </a:xfrm>
            <a:prstGeom prst="ellipse">
              <a:avLst/>
            </a:prstGeom>
            <a:solidFill>
              <a:srgbClr val="9FCE80"/>
            </a:solidFill>
            <a:ln w="19050">
              <a:solidFill>
                <a:srgbClr val="0058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E3D124CF-AE0F-401C-A8F8-A15E10C6FB14}"/>
                </a:ext>
              </a:extLst>
            </p:cNvPr>
            <p:cNvSpPr/>
            <p:nvPr/>
          </p:nvSpPr>
          <p:spPr>
            <a:xfrm rot="2925442">
              <a:off x="1958301" y="1329818"/>
              <a:ext cx="274320" cy="274320"/>
            </a:xfrm>
            <a:prstGeom prst="ellipse">
              <a:avLst/>
            </a:prstGeom>
            <a:solidFill>
              <a:srgbClr val="9FCE80"/>
            </a:solidFill>
            <a:ln w="19050">
              <a:solidFill>
                <a:srgbClr val="0058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62225F10-759A-4869-A132-3FC3663A92E3}"/>
                </a:ext>
              </a:extLst>
            </p:cNvPr>
            <p:cNvSpPr/>
            <p:nvPr/>
          </p:nvSpPr>
          <p:spPr>
            <a:xfrm>
              <a:off x="946122" y="2636214"/>
              <a:ext cx="459378" cy="18294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58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BC9BE71B-3C3D-49CA-BE14-5CA50E87D5B3}"/>
                </a:ext>
              </a:extLst>
            </p:cNvPr>
            <p:cNvSpPr/>
            <p:nvPr/>
          </p:nvSpPr>
          <p:spPr>
            <a:xfrm>
              <a:off x="946120" y="2454622"/>
              <a:ext cx="459378" cy="182949"/>
            </a:xfrm>
            <a:prstGeom prst="rect">
              <a:avLst/>
            </a:prstGeom>
            <a:solidFill>
              <a:srgbClr val="9FCE80"/>
            </a:solidFill>
            <a:ln>
              <a:solidFill>
                <a:srgbClr val="0058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42C7BD5F-BA15-415F-ACCD-AB68BFDD34EA}"/>
                </a:ext>
              </a:extLst>
            </p:cNvPr>
            <p:cNvSpPr/>
            <p:nvPr/>
          </p:nvSpPr>
          <p:spPr>
            <a:xfrm>
              <a:off x="1401854" y="2636214"/>
              <a:ext cx="459378" cy="18294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58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A0E6BD4E-7A94-42A0-93FA-FD2B7C3F6007}"/>
                </a:ext>
              </a:extLst>
            </p:cNvPr>
            <p:cNvSpPr/>
            <p:nvPr/>
          </p:nvSpPr>
          <p:spPr>
            <a:xfrm>
              <a:off x="1401852" y="2454622"/>
              <a:ext cx="459378" cy="182949"/>
            </a:xfrm>
            <a:prstGeom prst="rect">
              <a:avLst/>
            </a:prstGeom>
            <a:solidFill>
              <a:srgbClr val="9FCE80"/>
            </a:solidFill>
            <a:ln>
              <a:solidFill>
                <a:srgbClr val="0058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403F84F0-D4E0-4FE2-8ABF-81A4E869FB55}"/>
                </a:ext>
              </a:extLst>
            </p:cNvPr>
            <p:cNvSpPr/>
            <p:nvPr/>
          </p:nvSpPr>
          <p:spPr>
            <a:xfrm>
              <a:off x="1857582" y="2636214"/>
              <a:ext cx="459378" cy="18294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58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AC46FF18-DE7F-4B8D-A9A8-A0CDA77ECD8E}"/>
                </a:ext>
              </a:extLst>
            </p:cNvPr>
            <p:cNvSpPr/>
            <p:nvPr/>
          </p:nvSpPr>
          <p:spPr>
            <a:xfrm>
              <a:off x="1857580" y="2454622"/>
              <a:ext cx="459378" cy="182949"/>
            </a:xfrm>
            <a:prstGeom prst="rect">
              <a:avLst/>
            </a:prstGeom>
            <a:solidFill>
              <a:srgbClr val="9FCE80"/>
            </a:solidFill>
            <a:ln>
              <a:solidFill>
                <a:srgbClr val="0058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61D86555-8786-4CA0-84C8-A4FE8D5F1621}"/>
                </a:ext>
              </a:extLst>
            </p:cNvPr>
            <p:cNvSpPr/>
            <p:nvPr/>
          </p:nvSpPr>
          <p:spPr>
            <a:xfrm>
              <a:off x="2313312" y="2636214"/>
              <a:ext cx="459378" cy="18294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58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39BE8A5A-23EB-4455-B5EB-577C63D36555}"/>
                </a:ext>
              </a:extLst>
            </p:cNvPr>
            <p:cNvSpPr/>
            <p:nvPr/>
          </p:nvSpPr>
          <p:spPr>
            <a:xfrm>
              <a:off x="2313310" y="2454622"/>
              <a:ext cx="459378" cy="182949"/>
            </a:xfrm>
            <a:prstGeom prst="rect">
              <a:avLst/>
            </a:prstGeom>
            <a:solidFill>
              <a:srgbClr val="9FCE80"/>
            </a:solidFill>
            <a:ln>
              <a:solidFill>
                <a:srgbClr val="0058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6BA35FC6-C5E2-4579-8659-454E1ECEE211}"/>
                </a:ext>
              </a:extLst>
            </p:cNvPr>
            <p:cNvSpPr/>
            <p:nvPr/>
          </p:nvSpPr>
          <p:spPr>
            <a:xfrm>
              <a:off x="2766786" y="2636214"/>
              <a:ext cx="459378" cy="18294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58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950370D0-F064-428F-BB59-99752080092E}"/>
                </a:ext>
              </a:extLst>
            </p:cNvPr>
            <p:cNvSpPr/>
            <p:nvPr/>
          </p:nvSpPr>
          <p:spPr>
            <a:xfrm>
              <a:off x="2766784" y="2454622"/>
              <a:ext cx="459378" cy="182949"/>
            </a:xfrm>
            <a:prstGeom prst="rect">
              <a:avLst/>
            </a:prstGeom>
            <a:solidFill>
              <a:srgbClr val="9FCE80"/>
            </a:solidFill>
            <a:ln>
              <a:solidFill>
                <a:srgbClr val="0058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A2C5142F-987A-4C82-8026-D422A7F622BF}"/>
                </a:ext>
              </a:extLst>
            </p:cNvPr>
            <p:cNvCxnSpPr>
              <a:cxnSpLocks/>
              <a:stCxn id="61" idx="4"/>
              <a:endCxn id="72" idx="0"/>
            </p:cNvCxnSpPr>
            <p:nvPr/>
          </p:nvCxnSpPr>
          <p:spPr>
            <a:xfrm flipH="1">
              <a:off x="2543001" y="2297089"/>
              <a:ext cx="7377" cy="339125"/>
            </a:xfrm>
            <a:prstGeom prst="straightConnector1">
              <a:avLst/>
            </a:prstGeom>
            <a:ln w="19050">
              <a:solidFill>
                <a:srgbClr val="00583B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2DCAE9C8-264F-48B8-A3D5-7BB5916C8FD2}"/>
                </a:ext>
              </a:extLst>
            </p:cNvPr>
            <p:cNvCxnSpPr>
              <a:cxnSpLocks/>
              <a:stCxn id="59" idx="6"/>
              <a:endCxn id="74" idx="0"/>
            </p:cNvCxnSpPr>
            <p:nvPr/>
          </p:nvCxnSpPr>
          <p:spPr>
            <a:xfrm>
              <a:off x="2960935" y="2240107"/>
              <a:ext cx="35540" cy="396107"/>
            </a:xfrm>
            <a:prstGeom prst="straightConnector1">
              <a:avLst/>
            </a:prstGeom>
            <a:ln w="19050">
              <a:solidFill>
                <a:srgbClr val="00583B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4C5C0B2A-6390-482A-BCE6-0DE4C16CFA35}"/>
                </a:ext>
              </a:extLst>
            </p:cNvPr>
            <p:cNvCxnSpPr>
              <a:cxnSpLocks/>
              <a:stCxn id="60" idx="4"/>
              <a:endCxn id="66" idx="0"/>
            </p:cNvCxnSpPr>
            <p:nvPr/>
          </p:nvCxnSpPr>
          <p:spPr>
            <a:xfrm flipH="1">
              <a:off x="1175811" y="2241423"/>
              <a:ext cx="70879" cy="394791"/>
            </a:xfrm>
            <a:prstGeom prst="straightConnector1">
              <a:avLst/>
            </a:prstGeom>
            <a:ln w="19050">
              <a:solidFill>
                <a:srgbClr val="00583B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3B15B52C-F97A-4180-BE4D-D0BFBE24195C}"/>
                </a:ext>
              </a:extLst>
            </p:cNvPr>
            <p:cNvCxnSpPr>
              <a:cxnSpLocks/>
              <a:stCxn id="63" idx="2"/>
              <a:endCxn id="69" idx="2"/>
            </p:cNvCxnSpPr>
            <p:nvPr/>
          </p:nvCxnSpPr>
          <p:spPr>
            <a:xfrm>
              <a:off x="1630066" y="2295990"/>
              <a:ext cx="1475" cy="341581"/>
            </a:xfrm>
            <a:prstGeom prst="straightConnector1">
              <a:avLst/>
            </a:prstGeom>
            <a:ln w="19050">
              <a:solidFill>
                <a:srgbClr val="00583B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A345C1BB-3844-43A1-9E1F-271CFC0B6154}"/>
                </a:ext>
              </a:extLst>
            </p:cNvPr>
            <p:cNvCxnSpPr>
              <a:cxnSpLocks/>
              <a:stCxn id="62" idx="3"/>
              <a:endCxn id="70" idx="0"/>
            </p:cNvCxnSpPr>
            <p:nvPr/>
          </p:nvCxnSpPr>
          <p:spPr>
            <a:xfrm>
              <a:off x="2072529" y="2293790"/>
              <a:ext cx="14742" cy="342424"/>
            </a:xfrm>
            <a:prstGeom prst="straightConnector1">
              <a:avLst/>
            </a:prstGeom>
            <a:ln w="19050">
              <a:solidFill>
                <a:srgbClr val="00583B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231013B6-F4FD-4425-9514-CC570BE43060}"/>
                </a:ext>
              </a:extLst>
            </p:cNvPr>
            <p:cNvSpPr/>
            <p:nvPr/>
          </p:nvSpPr>
          <p:spPr>
            <a:xfrm>
              <a:off x="946122" y="2817806"/>
              <a:ext cx="459378" cy="18294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58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BE927176-50C6-4E7F-878F-6F50569AC310}"/>
                </a:ext>
              </a:extLst>
            </p:cNvPr>
            <p:cNvSpPr/>
            <p:nvPr/>
          </p:nvSpPr>
          <p:spPr>
            <a:xfrm>
              <a:off x="1401854" y="2817806"/>
              <a:ext cx="459378" cy="18294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58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DB179ED1-4971-4557-98B2-B4357C54B3E7}"/>
                </a:ext>
              </a:extLst>
            </p:cNvPr>
            <p:cNvSpPr/>
            <p:nvPr/>
          </p:nvSpPr>
          <p:spPr>
            <a:xfrm>
              <a:off x="1857582" y="2817806"/>
              <a:ext cx="459378" cy="18294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58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C78251A9-0C99-4E1B-92AE-74E9FCBD8587}"/>
                </a:ext>
              </a:extLst>
            </p:cNvPr>
            <p:cNvSpPr/>
            <p:nvPr/>
          </p:nvSpPr>
          <p:spPr>
            <a:xfrm>
              <a:off x="2313312" y="2817806"/>
              <a:ext cx="459378" cy="18294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58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DF69F5B5-0341-41A9-AE91-D1E7EAA05F4A}"/>
                </a:ext>
              </a:extLst>
            </p:cNvPr>
            <p:cNvSpPr/>
            <p:nvPr/>
          </p:nvSpPr>
          <p:spPr>
            <a:xfrm>
              <a:off x="2766786" y="2817806"/>
              <a:ext cx="459378" cy="18294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58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31548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E11794C-70F2-46F0-A6BE-CBB725E24CC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2287" y="709612"/>
            <a:ext cx="6067425" cy="543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63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3525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Vajda</dc:creator>
  <cp:lastModifiedBy>Jonathan Vajda</cp:lastModifiedBy>
  <cp:revision>12</cp:revision>
  <dcterms:created xsi:type="dcterms:W3CDTF">2026-02-14T16:18:29Z</dcterms:created>
  <dcterms:modified xsi:type="dcterms:W3CDTF">2026-02-17T03:04:21Z</dcterms:modified>
</cp:coreProperties>
</file>